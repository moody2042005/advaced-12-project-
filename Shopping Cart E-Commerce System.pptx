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>
        <p:scale>
          <a:sx n="66" d="100"/>
          <a:sy n="66" d="100"/>
        </p:scale>
        <p:origin x="173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441ACF-DCE0-40AB-A289-25BC1EF160C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CC4130-0499-4AF6-833F-004B1CEA258F}">
      <dgm:prSet/>
      <dgm:spPr/>
      <dgm:t>
        <a:bodyPr/>
        <a:lstStyle/>
        <a:p>
          <a:r>
            <a:rPr lang="en-US" b="1"/>
            <a:t>Project Title</a:t>
          </a:r>
          <a:r>
            <a:rPr lang="en-US"/>
            <a:t>: Online Shopping Cart E-Commerce Website</a:t>
          </a:r>
        </a:p>
      </dgm:t>
    </dgm:pt>
    <dgm:pt modelId="{3916399D-DBC9-4E5A-85D3-5F222A9F9F6C}" type="parTrans" cxnId="{9E09D84B-EFB5-4893-AB12-4C86D7754E38}">
      <dgm:prSet/>
      <dgm:spPr/>
      <dgm:t>
        <a:bodyPr/>
        <a:lstStyle/>
        <a:p>
          <a:endParaRPr lang="en-US"/>
        </a:p>
      </dgm:t>
    </dgm:pt>
    <dgm:pt modelId="{2FCB3AD9-95EC-473B-9736-FBF646AA1675}" type="sibTrans" cxnId="{9E09D84B-EFB5-4893-AB12-4C86D7754E38}">
      <dgm:prSet/>
      <dgm:spPr/>
      <dgm:t>
        <a:bodyPr/>
        <a:lstStyle/>
        <a:p>
          <a:endParaRPr lang="en-US"/>
        </a:p>
      </dgm:t>
    </dgm:pt>
    <dgm:pt modelId="{81918630-C312-45C1-A630-5B2A2715B131}">
      <dgm:prSet/>
      <dgm:spPr/>
      <dgm:t>
        <a:bodyPr/>
        <a:lstStyle/>
        <a:p>
          <a:r>
            <a:rPr lang="en-US" b="1"/>
            <a:t>Subtitle</a:t>
          </a:r>
          <a:r>
            <a:rPr lang="en-US"/>
            <a:t>: Java, JDBC, Servlets, JSP Project</a:t>
          </a:r>
        </a:p>
      </dgm:t>
    </dgm:pt>
    <dgm:pt modelId="{F3285DE9-A2E8-42B5-8BC8-32400C68D328}" type="parTrans" cxnId="{61B0240B-95B9-444B-8EEE-AD97995FEB3E}">
      <dgm:prSet/>
      <dgm:spPr/>
      <dgm:t>
        <a:bodyPr/>
        <a:lstStyle/>
        <a:p>
          <a:endParaRPr lang="en-US"/>
        </a:p>
      </dgm:t>
    </dgm:pt>
    <dgm:pt modelId="{8FFEF837-85FD-4B2F-BF70-E57D91DCA862}" type="sibTrans" cxnId="{61B0240B-95B9-444B-8EEE-AD97995FEB3E}">
      <dgm:prSet/>
      <dgm:spPr/>
      <dgm:t>
        <a:bodyPr/>
        <a:lstStyle/>
        <a:p>
          <a:endParaRPr lang="en-US"/>
        </a:p>
      </dgm:t>
    </dgm:pt>
    <dgm:pt modelId="{43833062-4228-4D95-A365-4C4E945E7A68}">
      <dgm:prSet/>
      <dgm:spPr/>
      <dgm:t>
        <a:bodyPr/>
        <a:lstStyle/>
        <a:p>
          <a:r>
            <a:rPr lang="en-US" b="1"/>
            <a:t>Presenter</a:t>
          </a:r>
          <a:r>
            <a:rPr lang="en-US"/>
            <a:t>: [Your Name/Team]</a:t>
          </a:r>
        </a:p>
      </dgm:t>
    </dgm:pt>
    <dgm:pt modelId="{364956D4-F91E-45E6-A903-6538DA44C347}" type="parTrans" cxnId="{8CBC1308-382C-4112-9149-BF81D9EFF19C}">
      <dgm:prSet/>
      <dgm:spPr/>
      <dgm:t>
        <a:bodyPr/>
        <a:lstStyle/>
        <a:p>
          <a:endParaRPr lang="en-US"/>
        </a:p>
      </dgm:t>
    </dgm:pt>
    <dgm:pt modelId="{48D4F389-F4F4-4F44-AE07-B1DBD2B3F69F}" type="sibTrans" cxnId="{8CBC1308-382C-4112-9149-BF81D9EFF19C}">
      <dgm:prSet/>
      <dgm:spPr/>
      <dgm:t>
        <a:bodyPr/>
        <a:lstStyle/>
        <a:p>
          <a:endParaRPr lang="en-US"/>
        </a:p>
      </dgm:t>
    </dgm:pt>
    <dgm:pt modelId="{0121055C-1837-4645-935B-BB484D788A8A}">
      <dgm:prSet/>
      <dgm:spPr/>
      <dgm:t>
        <a:bodyPr/>
        <a:lstStyle/>
        <a:p>
          <a:r>
            <a:rPr lang="en-US" b="1"/>
            <a:t>Date</a:t>
          </a:r>
          <a:r>
            <a:rPr lang="en-US"/>
            <a:t>: [Presentation Date]</a:t>
          </a:r>
        </a:p>
      </dgm:t>
    </dgm:pt>
    <dgm:pt modelId="{5408A129-0945-4950-B1F3-66EAC564A333}" type="parTrans" cxnId="{D2771CD0-1AD7-4F82-8C6C-F9716272F3DB}">
      <dgm:prSet/>
      <dgm:spPr/>
      <dgm:t>
        <a:bodyPr/>
        <a:lstStyle/>
        <a:p>
          <a:endParaRPr lang="en-US"/>
        </a:p>
      </dgm:t>
    </dgm:pt>
    <dgm:pt modelId="{D14E77E4-439E-4226-ACF1-63BC52C49C31}" type="sibTrans" cxnId="{D2771CD0-1AD7-4F82-8C6C-F9716272F3DB}">
      <dgm:prSet/>
      <dgm:spPr/>
      <dgm:t>
        <a:bodyPr/>
        <a:lstStyle/>
        <a:p>
          <a:endParaRPr lang="en-US"/>
        </a:p>
      </dgm:t>
    </dgm:pt>
    <dgm:pt modelId="{8D70CBC7-123A-417B-A079-DD9B2BCD1026}">
      <dgm:prSet/>
      <dgm:spPr/>
      <dgm:t>
        <a:bodyPr/>
        <a:lstStyle/>
        <a:p>
          <a:r>
            <a:rPr lang="en-US" b="1"/>
            <a:t>Visual</a:t>
          </a:r>
          <a:r>
            <a:rPr lang="en-US"/>
            <a:t>: Screenshot of project homepage from GitHub</a:t>
          </a:r>
        </a:p>
      </dgm:t>
    </dgm:pt>
    <dgm:pt modelId="{D7BA0D1E-1226-4851-AAFE-1CF4952B6F1B}" type="parTrans" cxnId="{39ADD8B4-1774-480F-87FA-4D1D6968DFDE}">
      <dgm:prSet/>
      <dgm:spPr/>
      <dgm:t>
        <a:bodyPr/>
        <a:lstStyle/>
        <a:p>
          <a:endParaRPr lang="en-US"/>
        </a:p>
      </dgm:t>
    </dgm:pt>
    <dgm:pt modelId="{BFCC4056-EBF8-41CA-81AD-18ABBAC62BDB}" type="sibTrans" cxnId="{39ADD8B4-1774-480F-87FA-4D1D6968DFDE}">
      <dgm:prSet/>
      <dgm:spPr/>
      <dgm:t>
        <a:bodyPr/>
        <a:lstStyle/>
        <a:p>
          <a:endParaRPr lang="en-US"/>
        </a:p>
      </dgm:t>
    </dgm:pt>
    <dgm:pt modelId="{947314D3-4BAB-40D3-ABF5-C5BD22177EF2}" type="pres">
      <dgm:prSet presAssocID="{51441ACF-DCE0-40AB-A289-25BC1EF160C0}" presName="root" presStyleCnt="0">
        <dgm:presLayoutVars>
          <dgm:dir/>
          <dgm:resizeHandles val="exact"/>
        </dgm:presLayoutVars>
      </dgm:prSet>
      <dgm:spPr/>
    </dgm:pt>
    <dgm:pt modelId="{94D73718-0235-4B85-B9B0-42DA0190D001}" type="pres">
      <dgm:prSet presAssocID="{F0CC4130-0499-4AF6-833F-004B1CEA258F}" presName="compNode" presStyleCnt="0"/>
      <dgm:spPr/>
    </dgm:pt>
    <dgm:pt modelId="{C7C1E163-5CF6-42D4-B184-7A42CBB02E2E}" type="pres">
      <dgm:prSet presAssocID="{F0CC4130-0499-4AF6-833F-004B1CEA258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E08666E2-445E-492A-89BF-35F2550E081D}" type="pres">
      <dgm:prSet presAssocID="{F0CC4130-0499-4AF6-833F-004B1CEA258F}" presName="spaceRect" presStyleCnt="0"/>
      <dgm:spPr/>
    </dgm:pt>
    <dgm:pt modelId="{03D8875F-7209-42E1-85DA-353C04FD664F}" type="pres">
      <dgm:prSet presAssocID="{F0CC4130-0499-4AF6-833F-004B1CEA258F}" presName="textRect" presStyleLbl="revTx" presStyleIdx="0" presStyleCnt="5">
        <dgm:presLayoutVars>
          <dgm:chMax val="1"/>
          <dgm:chPref val="1"/>
        </dgm:presLayoutVars>
      </dgm:prSet>
      <dgm:spPr/>
    </dgm:pt>
    <dgm:pt modelId="{E956BDA7-A097-4412-8DE5-2FB92DDCEF61}" type="pres">
      <dgm:prSet presAssocID="{2FCB3AD9-95EC-473B-9736-FBF646AA1675}" presName="sibTrans" presStyleCnt="0"/>
      <dgm:spPr/>
    </dgm:pt>
    <dgm:pt modelId="{ADB4FFB1-603D-4059-9FF8-18B893B9FEFC}" type="pres">
      <dgm:prSet presAssocID="{81918630-C312-45C1-A630-5B2A2715B131}" presName="compNode" presStyleCnt="0"/>
      <dgm:spPr/>
    </dgm:pt>
    <dgm:pt modelId="{DBE80D1B-6B5F-406E-8C7A-169AD55867DF}" type="pres">
      <dgm:prSet presAssocID="{81918630-C312-45C1-A630-5B2A2715B13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BA8EB3F-1AB3-4679-ABBF-40F585F9A175}" type="pres">
      <dgm:prSet presAssocID="{81918630-C312-45C1-A630-5B2A2715B131}" presName="spaceRect" presStyleCnt="0"/>
      <dgm:spPr/>
    </dgm:pt>
    <dgm:pt modelId="{656E0D73-D45E-4BC4-A1E3-277436360EDD}" type="pres">
      <dgm:prSet presAssocID="{81918630-C312-45C1-A630-5B2A2715B131}" presName="textRect" presStyleLbl="revTx" presStyleIdx="1" presStyleCnt="5">
        <dgm:presLayoutVars>
          <dgm:chMax val="1"/>
          <dgm:chPref val="1"/>
        </dgm:presLayoutVars>
      </dgm:prSet>
      <dgm:spPr/>
    </dgm:pt>
    <dgm:pt modelId="{D953ACED-D8B3-4D54-B8D1-0FD846EBB107}" type="pres">
      <dgm:prSet presAssocID="{8FFEF837-85FD-4B2F-BF70-E57D91DCA862}" presName="sibTrans" presStyleCnt="0"/>
      <dgm:spPr/>
    </dgm:pt>
    <dgm:pt modelId="{93EA1A0E-F859-47A5-9867-1EE6F63E7D55}" type="pres">
      <dgm:prSet presAssocID="{43833062-4228-4D95-A365-4C4E945E7A68}" presName="compNode" presStyleCnt="0"/>
      <dgm:spPr/>
    </dgm:pt>
    <dgm:pt modelId="{E67E983A-C749-4FDB-A29B-891ACE5F8519}" type="pres">
      <dgm:prSet presAssocID="{43833062-4228-4D95-A365-4C4E945E7A6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89F3FF6D-4F56-4DE9-8696-523A13A440A1}" type="pres">
      <dgm:prSet presAssocID="{43833062-4228-4D95-A365-4C4E945E7A68}" presName="spaceRect" presStyleCnt="0"/>
      <dgm:spPr/>
    </dgm:pt>
    <dgm:pt modelId="{982D6C17-135D-4D43-BAA6-C5991BDC27C9}" type="pres">
      <dgm:prSet presAssocID="{43833062-4228-4D95-A365-4C4E945E7A68}" presName="textRect" presStyleLbl="revTx" presStyleIdx="2" presStyleCnt="5">
        <dgm:presLayoutVars>
          <dgm:chMax val="1"/>
          <dgm:chPref val="1"/>
        </dgm:presLayoutVars>
      </dgm:prSet>
      <dgm:spPr/>
    </dgm:pt>
    <dgm:pt modelId="{AB4FDA2C-4B47-4FE6-85AC-19CADBE61C45}" type="pres">
      <dgm:prSet presAssocID="{48D4F389-F4F4-4F44-AE07-B1DBD2B3F69F}" presName="sibTrans" presStyleCnt="0"/>
      <dgm:spPr/>
    </dgm:pt>
    <dgm:pt modelId="{C327D82B-4467-44D2-A82A-9B1EE5123FF5}" type="pres">
      <dgm:prSet presAssocID="{0121055C-1837-4645-935B-BB484D788A8A}" presName="compNode" presStyleCnt="0"/>
      <dgm:spPr/>
    </dgm:pt>
    <dgm:pt modelId="{34CD524C-7598-44D9-A3D7-4C00BD06E4EC}" type="pres">
      <dgm:prSet presAssocID="{0121055C-1837-4645-935B-BB484D788A8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A7647742-964F-42F3-B6D2-7449EB8C657B}" type="pres">
      <dgm:prSet presAssocID="{0121055C-1837-4645-935B-BB484D788A8A}" presName="spaceRect" presStyleCnt="0"/>
      <dgm:spPr/>
    </dgm:pt>
    <dgm:pt modelId="{A20125C4-CDE8-48F5-BE18-46A583CE7736}" type="pres">
      <dgm:prSet presAssocID="{0121055C-1837-4645-935B-BB484D788A8A}" presName="textRect" presStyleLbl="revTx" presStyleIdx="3" presStyleCnt="5">
        <dgm:presLayoutVars>
          <dgm:chMax val="1"/>
          <dgm:chPref val="1"/>
        </dgm:presLayoutVars>
      </dgm:prSet>
      <dgm:spPr/>
    </dgm:pt>
    <dgm:pt modelId="{91AA730C-1B72-465D-989F-1DE6205D34C8}" type="pres">
      <dgm:prSet presAssocID="{D14E77E4-439E-4226-ACF1-63BC52C49C31}" presName="sibTrans" presStyleCnt="0"/>
      <dgm:spPr/>
    </dgm:pt>
    <dgm:pt modelId="{B31A417A-7E15-4D4B-835A-332D54034B47}" type="pres">
      <dgm:prSet presAssocID="{8D70CBC7-123A-417B-A079-DD9B2BCD1026}" presName="compNode" presStyleCnt="0"/>
      <dgm:spPr/>
    </dgm:pt>
    <dgm:pt modelId="{4C767BD0-AC97-4391-8FB4-30F0A5C619BC}" type="pres">
      <dgm:prSet presAssocID="{8D70CBC7-123A-417B-A079-DD9B2BCD102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EA0B2597-1A2F-4E2D-AD1F-A28A360613AC}" type="pres">
      <dgm:prSet presAssocID="{8D70CBC7-123A-417B-A079-DD9B2BCD1026}" presName="spaceRect" presStyleCnt="0"/>
      <dgm:spPr/>
    </dgm:pt>
    <dgm:pt modelId="{FC327F92-D2B7-482F-857C-2E1796E94EE6}" type="pres">
      <dgm:prSet presAssocID="{8D70CBC7-123A-417B-A079-DD9B2BCD102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CBC1308-382C-4112-9149-BF81D9EFF19C}" srcId="{51441ACF-DCE0-40AB-A289-25BC1EF160C0}" destId="{43833062-4228-4D95-A365-4C4E945E7A68}" srcOrd="2" destOrd="0" parTransId="{364956D4-F91E-45E6-A903-6538DA44C347}" sibTransId="{48D4F389-F4F4-4F44-AE07-B1DBD2B3F69F}"/>
    <dgm:cxn modelId="{A432BD0A-9CA1-4460-908C-6621029356DF}" type="presOf" srcId="{F0CC4130-0499-4AF6-833F-004B1CEA258F}" destId="{03D8875F-7209-42E1-85DA-353C04FD664F}" srcOrd="0" destOrd="0" presId="urn:microsoft.com/office/officeart/2018/2/layout/IconLabelList"/>
    <dgm:cxn modelId="{61B0240B-95B9-444B-8EEE-AD97995FEB3E}" srcId="{51441ACF-DCE0-40AB-A289-25BC1EF160C0}" destId="{81918630-C312-45C1-A630-5B2A2715B131}" srcOrd="1" destOrd="0" parTransId="{F3285DE9-A2E8-42B5-8BC8-32400C68D328}" sibTransId="{8FFEF837-85FD-4B2F-BF70-E57D91DCA862}"/>
    <dgm:cxn modelId="{713F9461-B9AD-42D1-8AAC-E3CB66ABDC48}" type="presOf" srcId="{43833062-4228-4D95-A365-4C4E945E7A68}" destId="{982D6C17-135D-4D43-BAA6-C5991BDC27C9}" srcOrd="0" destOrd="0" presId="urn:microsoft.com/office/officeart/2018/2/layout/IconLabelList"/>
    <dgm:cxn modelId="{A3C54643-825B-44A8-B9E9-9FC575BAED91}" type="presOf" srcId="{0121055C-1837-4645-935B-BB484D788A8A}" destId="{A20125C4-CDE8-48F5-BE18-46A583CE7736}" srcOrd="0" destOrd="0" presId="urn:microsoft.com/office/officeart/2018/2/layout/IconLabelList"/>
    <dgm:cxn modelId="{9E09D84B-EFB5-4893-AB12-4C86D7754E38}" srcId="{51441ACF-DCE0-40AB-A289-25BC1EF160C0}" destId="{F0CC4130-0499-4AF6-833F-004B1CEA258F}" srcOrd="0" destOrd="0" parTransId="{3916399D-DBC9-4E5A-85D3-5F222A9F9F6C}" sibTransId="{2FCB3AD9-95EC-473B-9736-FBF646AA1675}"/>
    <dgm:cxn modelId="{A4759E78-5C66-4A12-9B30-8104A7B31992}" type="presOf" srcId="{81918630-C312-45C1-A630-5B2A2715B131}" destId="{656E0D73-D45E-4BC4-A1E3-277436360EDD}" srcOrd="0" destOrd="0" presId="urn:microsoft.com/office/officeart/2018/2/layout/IconLabelList"/>
    <dgm:cxn modelId="{5B693AB0-BE37-411B-A5C8-CC977A5BB876}" type="presOf" srcId="{51441ACF-DCE0-40AB-A289-25BC1EF160C0}" destId="{947314D3-4BAB-40D3-ABF5-C5BD22177EF2}" srcOrd="0" destOrd="0" presId="urn:microsoft.com/office/officeart/2018/2/layout/IconLabelList"/>
    <dgm:cxn modelId="{39ADD8B4-1774-480F-87FA-4D1D6968DFDE}" srcId="{51441ACF-DCE0-40AB-A289-25BC1EF160C0}" destId="{8D70CBC7-123A-417B-A079-DD9B2BCD1026}" srcOrd="4" destOrd="0" parTransId="{D7BA0D1E-1226-4851-AAFE-1CF4952B6F1B}" sibTransId="{BFCC4056-EBF8-41CA-81AD-18ABBAC62BDB}"/>
    <dgm:cxn modelId="{D2771CD0-1AD7-4F82-8C6C-F9716272F3DB}" srcId="{51441ACF-DCE0-40AB-A289-25BC1EF160C0}" destId="{0121055C-1837-4645-935B-BB484D788A8A}" srcOrd="3" destOrd="0" parTransId="{5408A129-0945-4950-B1F3-66EAC564A333}" sibTransId="{D14E77E4-439E-4226-ACF1-63BC52C49C31}"/>
    <dgm:cxn modelId="{FA3A8ED0-8A69-4ECB-BDE9-A5EC497EBA1C}" type="presOf" srcId="{8D70CBC7-123A-417B-A079-DD9B2BCD1026}" destId="{FC327F92-D2B7-482F-857C-2E1796E94EE6}" srcOrd="0" destOrd="0" presId="urn:microsoft.com/office/officeart/2018/2/layout/IconLabelList"/>
    <dgm:cxn modelId="{0CD00FB9-31F8-420C-98BF-8AA352E83DF6}" type="presParOf" srcId="{947314D3-4BAB-40D3-ABF5-C5BD22177EF2}" destId="{94D73718-0235-4B85-B9B0-42DA0190D001}" srcOrd="0" destOrd="0" presId="urn:microsoft.com/office/officeart/2018/2/layout/IconLabelList"/>
    <dgm:cxn modelId="{A315A2B0-1632-4AC7-AA28-785AAF0C0A80}" type="presParOf" srcId="{94D73718-0235-4B85-B9B0-42DA0190D001}" destId="{C7C1E163-5CF6-42D4-B184-7A42CBB02E2E}" srcOrd="0" destOrd="0" presId="urn:microsoft.com/office/officeart/2018/2/layout/IconLabelList"/>
    <dgm:cxn modelId="{390CC506-B9CC-4CB6-8B0B-04AFF1FB57D4}" type="presParOf" srcId="{94D73718-0235-4B85-B9B0-42DA0190D001}" destId="{E08666E2-445E-492A-89BF-35F2550E081D}" srcOrd="1" destOrd="0" presId="urn:microsoft.com/office/officeart/2018/2/layout/IconLabelList"/>
    <dgm:cxn modelId="{8CE0481B-73EE-4B59-922E-609471888139}" type="presParOf" srcId="{94D73718-0235-4B85-B9B0-42DA0190D001}" destId="{03D8875F-7209-42E1-85DA-353C04FD664F}" srcOrd="2" destOrd="0" presId="urn:microsoft.com/office/officeart/2018/2/layout/IconLabelList"/>
    <dgm:cxn modelId="{98C601B5-77AE-4128-8EB5-4E25039D20FE}" type="presParOf" srcId="{947314D3-4BAB-40D3-ABF5-C5BD22177EF2}" destId="{E956BDA7-A097-4412-8DE5-2FB92DDCEF61}" srcOrd="1" destOrd="0" presId="urn:microsoft.com/office/officeart/2018/2/layout/IconLabelList"/>
    <dgm:cxn modelId="{A1E5D634-A25A-4417-BEFB-707DB720E8E3}" type="presParOf" srcId="{947314D3-4BAB-40D3-ABF5-C5BD22177EF2}" destId="{ADB4FFB1-603D-4059-9FF8-18B893B9FEFC}" srcOrd="2" destOrd="0" presId="urn:microsoft.com/office/officeart/2018/2/layout/IconLabelList"/>
    <dgm:cxn modelId="{060E4440-AD4C-4235-A257-DD25DBBBB2D3}" type="presParOf" srcId="{ADB4FFB1-603D-4059-9FF8-18B893B9FEFC}" destId="{DBE80D1B-6B5F-406E-8C7A-169AD55867DF}" srcOrd="0" destOrd="0" presId="urn:microsoft.com/office/officeart/2018/2/layout/IconLabelList"/>
    <dgm:cxn modelId="{56B7DC46-0549-4F9C-9DD1-083050F0238A}" type="presParOf" srcId="{ADB4FFB1-603D-4059-9FF8-18B893B9FEFC}" destId="{FBA8EB3F-1AB3-4679-ABBF-40F585F9A175}" srcOrd="1" destOrd="0" presId="urn:microsoft.com/office/officeart/2018/2/layout/IconLabelList"/>
    <dgm:cxn modelId="{475113C5-AC02-4D11-9A2E-6329FD280A5C}" type="presParOf" srcId="{ADB4FFB1-603D-4059-9FF8-18B893B9FEFC}" destId="{656E0D73-D45E-4BC4-A1E3-277436360EDD}" srcOrd="2" destOrd="0" presId="urn:microsoft.com/office/officeart/2018/2/layout/IconLabelList"/>
    <dgm:cxn modelId="{0147E2B6-EF70-4845-8FD4-9169B3149083}" type="presParOf" srcId="{947314D3-4BAB-40D3-ABF5-C5BD22177EF2}" destId="{D953ACED-D8B3-4D54-B8D1-0FD846EBB107}" srcOrd="3" destOrd="0" presId="urn:microsoft.com/office/officeart/2018/2/layout/IconLabelList"/>
    <dgm:cxn modelId="{444552DF-3229-4F40-848C-532FD7AE5B0B}" type="presParOf" srcId="{947314D3-4BAB-40D3-ABF5-C5BD22177EF2}" destId="{93EA1A0E-F859-47A5-9867-1EE6F63E7D55}" srcOrd="4" destOrd="0" presId="urn:microsoft.com/office/officeart/2018/2/layout/IconLabelList"/>
    <dgm:cxn modelId="{68F15B3B-BAC3-45BF-8229-0D86717E9C5E}" type="presParOf" srcId="{93EA1A0E-F859-47A5-9867-1EE6F63E7D55}" destId="{E67E983A-C749-4FDB-A29B-891ACE5F8519}" srcOrd="0" destOrd="0" presId="urn:microsoft.com/office/officeart/2018/2/layout/IconLabelList"/>
    <dgm:cxn modelId="{CAE5725B-BE0E-4D01-836F-B08C0668444F}" type="presParOf" srcId="{93EA1A0E-F859-47A5-9867-1EE6F63E7D55}" destId="{89F3FF6D-4F56-4DE9-8696-523A13A440A1}" srcOrd="1" destOrd="0" presId="urn:microsoft.com/office/officeart/2018/2/layout/IconLabelList"/>
    <dgm:cxn modelId="{EF6A6220-749B-48CC-B2AB-99C332D581B3}" type="presParOf" srcId="{93EA1A0E-F859-47A5-9867-1EE6F63E7D55}" destId="{982D6C17-135D-4D43-BAA6-C5991BDC27C9}" srcOrd="2" destOrd="0" presId="urn:microsoft.com/office/officeart/2018/2/layout/IconLabelList"/>
    <dgm:cxn modelId="{10E750A9-C800-44CB-AAD7-C4DCDA7D0B02}" type="presParOf" srcId="{947314D3-4BAB-40D3-ABF5-C5BD22177EF2}" destId="{AB4FDA2C-4B47-4FE6-85AC-19CADBE61C45}" srcOrd="5" destOrd="0" presId="urn:microsoft.com/office/officeart/2018/2/layout/IconLabelList"/>
    <dgm:cxn modelId="{C5EBF6E8-F799-4EC0-A51D-7C17D7DF914A}" type="presParOf" srcId="{947314D3-4BAB-40D3-ABF5-C5BD22177EF2}" destId="{C327D82B-4467-44D2-A82A-9B1EE5123FF5}" srcOrd="6" destOrd="0" presId="urn:microsoft.com/office/officeart/2018/2/layout/IconLabelList"/>
    <dgm:cxn modelId="{4C8F2C22-A6C7-434C-95E0-5FDFD97554A5}" type="presParOf" srcId="{C327D82B-4467-44D2-A82A-9B1EE5123FF5}" destId="{34CD524C-7598-44D9-A3D7-4C00BD06E4EC}" srcOrd="0" destOrd="0" presId="urn:microsoft.com/office/officeart/2018/2/layout/IconLabelList"/>
    <dgm:cxn modelId="{E3CE29C7-3048-4D5B-B787-15A4600DC0DC}" type="presParOf" srcId="{C327D82B-4467-44D2-A82A-9B1EE5123FF5}" destId="{A7647742-964F-42F3-B6D2-7449EB8C657B}" srcOrd="1" destOrd="0" presId="urn:microsoft.com/office/officeart/2018/2/layout/IconLabelList"/>
    <dgm:cxn modelId="{266E2132-AB56-4F00-97ED-2EA8634900C8}" type="presParOf" srcId="{C327D82B-4467-44D2-A82A-9B1EE5123FF5}" destId="{A20125C4-CDE8-48F5-BE18-46A583CE7736}" srcOrd="2" destOrd="0" presId="urn:microsoft.com/office/officeart/2018/2/layout/IconLabelList"/>
    <dgm:cxn modelId="{F90B45B9-4610-43E6-8B85-B0E76FE4BBB2}" type="presParOf" srcId="{947314D3-4BAB-40D3-ABF5-C5BD22177EF2}" destId="{91AA730C-1B72-465D-989F-1DE6205D34C8}" srcOrd="7" destOrd="0" presId="urn:microsoft.com/office/officeart/2018/2/layout/IconLabelList"/>
    <dgm:cxn modelId="{46A98061-3392-4579-8CD7-AB95AC7A8AEB}" type="presParOf" srcId="{947314D3-4BAB-40D3-ABF5-C5BD22177EF2}" destId="{B31A417A-7E15-4D4B-835A-332D54034B47}" srcOrd="8" destOrd="0" presId="urn:microsoft.com/office/officeart/2018/2/layout/IconLabelList"/>
    <dgm:cxn modelId="{AB378D0C-52D5-4282-BF1F-195D8F2A9EA1}" type="presParOf" srcId="{B31A417A-7E15-4D4B-835A-332D54034B47}" destId="{4C767BD0-AC97-4391-8FB4-30F0A5C619BC}" srcOrd="0" destOrd="0" presId="urn:microsoft.com/office/officeart/2018/2/layout/IconLabelList"/>
    <dgm:cxn modelId="{26809355-5181-482D-BB34-0FE0CB3BDFDB}" type="presParOf" srcId="{B31A417A-7E15-4D4B-835A-332D54034B47}" destId="{EA0B2597-1A2F-4E2D-AD1F-A28A360613AC}" srcOrd="1" destOrd="0" presId="urn:microsoft.com/office/officeart/2018/2/layout/IconLabelList"/>
    <dgm:cxn modelId="{F9F942A3-0472-4193-BF6D-EEABB0CFCF6F}" type="presParOf" srcId="{B31A417A-7E15-4D4B-835A-332D54034B47}" destId="{FC327F92-D2B7-482F-857C-2E1796E94EE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EBB8D6-4F84-4150-AB9F-7FA95778C2E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7C685B1-3342-426F-8A0F-95ABC480CF4D}">
      <dgm:prSet/>
      <dgm:spPr/>
      <dgm:t>
        <a:bodyPr/>
        <a:lstStyle/>
        <a:p>
          <a:r>
            <a:rPr lang="en-US" b="1" i="0" baseline="0"/>
            <a:t>Objective</a:t>
          </a:r>
          <a:r>
            <a:rPr lang="en-US" b="0" i="0" baseline="0"/>
            <a:t>: Build a full-featured e-commerce platform for electronics products</a:t>
          </a:r>
          <a:endParaRPr lang="en-US"/>
        </a:p>
      </dgm:t>
    </dgm:pt>
    <dgm:pt modelId="{775C8654-B3AF-486B-8798-746059480446}" type="parTrans" cxnId="{5A270A90-E69B-473B-B011-CF8987D3DD4B}">
      <dgm:prSet/>
      <dgm:spPr/>
      <dgm:t>
        <a:bodyPr/>
        <a:lstStyle/>
        <a:p>
          <a:endParaRPr lang="en-US"/>
        </a:p>
      </dgm:t>
    </dgm:pt>
    <dgm:pt modelId="{F85F2D1E-1FBF-4836-9CC1-05CDF303ACBB}" type="sibTrans" cxnId="{5A270A90-E69B-473B-B011-CF8987D3DD4B}">
      <dgm:prSet/>
      <dgm:spPr/>
      <dgm:t>
        <a:bodyPr/>
        <a:lstStyle/>
        <a:p>
          <a:endParaRPr lang="en-US"/>
        </a:p>
      </dgm:t>
    </dgm:pt>
    <dgm:pt modelId="{76C00205-7772-4672-A3D2-6D3006350B11}">
      <dgm:prSet/>
      <dgm:spPr/>
      <dgm:t>
        <a:bodyPr/>
        <a:lstStyle/>
        <a:p>
          <a:r>
            <a:rPr lang="en-US" b="1" i="0" baseline="0"/>
            <a:t>Core Functionality</a:t>
          </a:r>
          <a:r>
            <a:rPr lang="en-US" b="0" i="0" baseline="0"/>
            <a:t>:</a:t>
          </a:r>
          <a:endParaRPr lang="en-US"/>
        </a:p>
      </dgm:t>
    </dgm:pt>
    <dgm:pt modelId="{17F2950A-63B4-47E1-9D45-410C4DE99A72}" type="parTrans" cxnId="{270CB2C0-EDCB-4C5C-A725-90462404D233}">
      <dgm:prSet/>
      <dgm:spPr/>
      <dgm:t>
        <a:bodyPr/>
        <a:lstStyle/>
        <a:p>
          <a:endParaRPr lang="en-US"/>
        </a:p>
      </dgm:t>
    </dgm:pt>
    <dgm:pt modelId="{A2C2174F-B797-4D85-8E11-FA174E1CE6DA}" type="sibTrans" cxnId="{270CB2C0-EDCB-4C5C-A725-90462404D233}">
      <dgm:prSet/>
      <dgm:spPr/>
      <dgm:t>
        <a:bodyPr/>
        <a:lstStyle/>
        <a:p>
          <a:endParaRPr lang="en-US"/>
        </a:p>
      </dgm:t>
    </dgm:pt>
    <dgm:pt modelId="{C0FA67D4-61D8-472F-B836-1851304E80D2}">
      <dgm:prSet/>
      <dgm:spPr/>
      <dgm:t>
        <a:bodyPr/>
        <a:lstStyle/>
        <a:p>
          <a:r>
            <a:rPr lang="en-US" b="0" i="0" baseline="0"/>
            <a:t>User registration, authentication, and shopping</a:t>
          </a:r>
          <a:endParaRPr lang="en-US"/>
        </a:p>
      </dgm:t>
    </dgm:pt>
    <dgm:pt modelId="{F5451469-320D-4689-A683-3D4B76961F70}" type="parTrans" cxnId="{D3068FB5-F71E-4048-9C1C-0B1C80CFDEB6}">
      <dgm:prSet/>
      <dgm:spPr/>
      <dgm:t>
        <a:bodyPr/>
        <a:lstStyle/>
        <a:p>
          <a:endParaRPr lang="en-US"/>
        </a:p>
      </dgm:t>
    </dgm:pt>
    <dgm:pt modelId="{92B1C178-215F-4FDD-B502-2E03B67E7C3A}" type="sibTrans" cxnId="{D3068FB5-F71E-4048-9C1C-0B1C80CFDEB6}">
      <dgm:prSet/>
      <dgm:spPr/>
      <dgm:t>
        <a:bodyPr/>
        <a:lstStyle/>
        <a:p>
          <a:endParaRPr lang="en-US"/>
        </a:p>
      </dgm:t>
    </dgm:pt>
    <dgm:pt modelId="{1B32BB2D-7E36-45A6-8D0F-08CEF2FD5C6C}">
      <dgm:prSet/>
      <dgm:spPr/>
      <dgm:t>
        <a:bodyPr/>
        <a:lstStyle/>
        <a:p>
          <a:r>
            <a:rPr lang="en-US" b="0" i="0" baseline="0"/>
            <a:t>Product browsing with search and filters</a:t>
          </a:r>
          <a:endParaRPr lang="en-US"/>
        </a:p>
      </dgm:t>
    </dgm:pt>
    <dgm:pt modelId="{DAC6D87D-AA92-41B2-9054-25368053FFD8}" type="parTrans" cxnId="{5B9AD109-900D-4DDF-9049-7A6112326E4F}">
      <dgm:prSet/>
      <dgm:spPr/>
      <dgm:t>
        <a:bodyPr/>
        <a:lstStyle/>
        <a:p>
          <a:endParaRPr lang="en-US"/>
        </a:p>
      </dgm:t>
    </dgm:pt>
    <dgm:pt modelId="{A523B7EC-372A-4FB4-B3D7-319159426113}" type="sibTrans" cxnId="{5B9AD109-900D-4DDF-9049-7A6112326E4F}">
      <dgm:prSet/>
      <dgm:spPr/>
      <dgm:t>
        <a:bodyPr/>
        <a:lstStyle/>
        <a:p>
          <a:endParaRPr lang="en-US"/>
        </a:p>
      </dgm:t>
    </dgm:pt>
    <dgm:pt modelId="{16BB8711-EB77-40F1-9CC2-B0C8078A5AE6}">
      <dgm:prSet/>
      <dgm:spPr/>
      <dgm:t>
        <a:bodyPr/>
        <a:lstStyle/>
        <a:p>
          <a:r>
            <a:rPr lang="en-US" b="0" i="0" baseline="0"/>
            <a:t>Shopping cart management</a:t>
          </a:r>
          <a:endParaRPr lang="en-US"/>
        </a:p>
      </dgm:t>
    </dgm:pt>
    <dgm:pt modelId="{652E9E90-3379-47F6-8EF1-B7132207E307}" type="parTrans" cxnId="{B1E49369-1B80-4524-852C-7B9FBCD5159C}">
      <dgm:prSet/>
      <dgm:spPr/>
      <dgm:t>
        <a:bodyPr/>
        <a:lstStyle/>
        <a:p>
          <a:endParaRPr lang="en-US"/>
        </a:p>
      </dgm:t>
    </dgm:pt>
    <dgm:pt modelId="{4B9B6520-6F0E-4FB2-96E6-8740FD7907CF}" type="sibTrans" cxnId="{B1E49369-1B80-4524-852C-7B9FBCD5159C}">
      <dgm:prSet/>
      <dgm:spPr/>
      <dgm:t>
        <a:bodyPr/>
        <a:lstStyle/>
        <a:p>
          <a:endParaRPr lang="en-US"/>
        </a:p>
      </dgm:t>
    </dgm:pt>
    <dgm:pt modelId="{BC943524-DAEF-43EC-AA28-3C958DFDDD6E}">
      <dgm:prSet/>
      <dgm:spPr/>
      <dgm:t>
        <a:bodyPr/>
        <a:lstStyle/>
        <a:p>
          <a:r>
            <a:rPr lang="en-US" b="0" i="0" baseline="0"/>
            <a:t>Order processing with payment simulation</a:t>
          </a:r>
          <a:endParaRPr lang="en-US"/>
        </a:p>
      </dgm:t>
    </dgm:pt>
    <dgm:pt modelId="{D87B0DAF-40D0-4CF2-B914-36FC2EAFD672}" type="parTrans" cxnId="{58D1D5D2-382D-4D0C-8631-4DC4530477DF}">
      <dgm:prSet/>
      <dgm:spPr/>
      <dgm:t>
        <a:bodyPr/>
        <a:lstStyle/>
        <a:p>
          <a:endParaRPr lang="en-US"/>
        </a:p>
      </dgm:t>
    </dgm:pt>
    <dgm:pt modelId="{4F345358-AA32-4AFD-ABA8-FF5B42C2D487}" type="sibTrans" cxnId="{58D1D5D2-382D-4D0C-8631-4DC4530477DF}">
      <dgm:prSet/>
      <dgm:spPr/>
      <dgm:t>
        <a:bodyPr/>
        <a:lstStyle/>
        <a:p>
          <a:endParaRPr lang="en-US"/>
        </a:p>
      </dgm:t>
    </dgm:pt>
    <dgm:pt modelId="{388758AA-5377-4029-93C7-5AE83DDF5CBB}">
      <dgm:prSet/>
      <dgm:spPr/>
      <dgm:t>
        <a:bodyPr/>
        <a:lstStyle/>
        <a:p>
          <a:r>
            <a:rPr lang="en-US" b="0" i="0" baseline="0"/>
            <a:t>Admin inventory management</a:t>
          </a:r>
          <a:endParaRPr lang="en-US"/>
        </a:p>
      </dgm:t>
    </dgm:pt>
    <dgm:pt modelId="{0F905490-745D-4FE7-A17C-DFF91509A40F}" type="parTrans" cxnId="{5E3B38B1-1025-4C17-A6D9-F3414CF3B28D}">
      <dgm:prSet/>
      <dgm:spPr/>
      <dgm:t>
        <a:bodyPr/>
        <a:lstStyle/>
        <a:p>
          <a:endParaRPr lang="en-US"/>
        </a:p>
      </dgm:t>
    </dgm:pt>
    <dgm:pt modelId="{0EB5EC9A-C017-4C16-8B56-FE70D958E0E5}" type="sibTrans" cxnId="{5E3B38B1-1025-4C17-A6D9-F3414CF3B28D}">
      <dgm:prSet/>
      <dgm:spPr/>
      <dgm:t>
        <a:bodyPr/>
        <a:lstStyle/>
        <a:p>
          <a:endParaRPr lang="en-US"/>
        </a:p>
      </dgm:t>
    </dgm:pt>
    <dgm:pt modelId="{90BE6AE2-C672-44E3-B726-82D29C92C396}">
      <dgm:prSet/>
      <dgm:spPr/>
      <dgm:t>
        <a:bodyPr/>
        <a:lstStyle/>
        <a:p>
          <a:r>
            <a:rPr lang="en-US" b="0" i="0" baseline="0"/>
            <a:t>Automated email notifications</a:t>
          </a:r>
          <a:endParaRPr lang="en-US"/>
        </a:p>
      </dgm:t>
    </dgm:pt>
    <dgm:pt modelId="{82ADEAF7-58FA-4F69-8F5A-F2BCD2AB73DC}" type="parTrans" cxnId="{3F290696-922C-4F08-B333-6F32A215D8E1}">
      <dgm:prSet/>
      <dgm:spPr/>
      <dgm:t>
        <a:bodyPr/>
        <a:lstStyle/>
        <a:p>
          <a:endParaRPr lang="en-US"/>
        </a:p>
      </dgm:t>
    </dgm:pt>
    <dgm:pt modelId="{11C8E9A6-4259-4AE8-896E-C38851A29F7D}" type="sibTrans" cxnId="{3F290696-922C-4F08-B333-6F32A215D8E1}">
      <dgm:prSet/>
      <dgm:spPr/>
      <dgm:t>
        <a:bodyPr/>
        <a:lstStyle/>
        <a:p>
          <a:endParaRPr lang="en-US"/>
        </a:p>
      </dgm:t>
    </dgm:pt>
    <dgm:pt modelId="{B8FEF3D1-7D04-47B7-BE1D-11B608915C1A}">
      <dgm:prSet/>
      <dgm:spPr/>
      <dgm:t>
        <a:bodyPr/>
        <a:lstStyle/>
        <a:p>
          <a:r>
            <a:rPr lang="en-US" b="1" i="0" baseline="0"/>
            <a:t>Project Type</a:t>
          </a:r>
          <a:r>
            <a:rPr lang="en-US" b="0" i="0" baseline="0"/>
            <a:t>: Learning/Educational Project</a:t>
          </a:r>
          <a:endParaRPr lang="en-US"/>
        </a:p>
      </dgm:t>
    </dgm:pt>
    <dgm:pt modelId="{C24230FA-0E21-424A-8E23-1221998879DB}" type="parTrans" cxnId="{B95F602F-D060-4FE5-9078-9EC67FE0AAA0}">
      <dgm:prSet/>
      <dgm:spPr/>
      <dgm:t>
        <a:bodyPr/>
        <a:lstStyle/>
        <a:p>
          <a:endParaRPr lang="en-US"/>
        </a:p>
      </dgm:t>
    </dgm:pt>
    <dgm:pt modelId="{9B8E22FF-D2B7-4107-84B5-BB568EE3052A}" type="sibTrans" cxnId="{B95F602F-D060-4FE5-9078-9EC67FE0AAA0}">
      <dgm:prSet/>
      <dgm:spPr/>
      <dgm:t>
        <a:bodyPr/>
        <a:lstStyle/>
        <a:p>
          <a:endParaRPr lang="en-US"/>
        </a:p>
      </dgm:t>
    </dgm:pt>
    <dgm:pt modelId="{2381816B-7D25-4F27-BDFC-FDE8ED5DE901}" type="pres">
      <dgm:prSet presAssocID="{B4EBB8D6-4F84-4150-AB9F-7FA95778C2E1}" presName="linear" presStyleCnt="0">
        <dgm:presLayoutVars>
          <dgm:animLvl val="lvl"/>
          <dgm:resizeHandles val="exact"/>
        </dgm:presLayoutVars>
      </dgm:prSet>
      <dgm:spPr/>
    </dgm:pt>
    <dgm:pt modelId="{D6708316-5EF1-42F8-94EA-2FC30DA6F68A}" type="pres">
      <dgm:prSet presAssocID="{27C685B1-3342-426F-8A0F-95ABC480CF4D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FA793F3B-0A88-43B2-B5E9-59F2584EA544}" type="pres">
      <dgm:prSet presAssocID="{F85F2D1E-1FBF-4836-9CC1-05CDF303ACBB}" presName="spacer" presStyleCnt="0"/>
      <dgm:spPr/>
    </dgm:pt>
    <dgm:pt modelId="{ADCEF1EE-F410-4020-AF08-B9084DDB1DBB}" type="pres">
      <dgm:prSet presAssocID="{76C00205-7772-4672-A3D2-6D3006350B11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64A6D6BD-48FC-47A5-8AAA-83F1B5F5787C}" type="pres">
      <dgm:prSet presAssocID="{A2C2174F-B797-4D85-8E11-FA174E1CE6DA}" presName="spacer" presStyleCnt="0"/>
      <dgm:spPr/>
    </dgm:pt>
    <dgm:pt modelId="{D2A9A6BE-B3EC-44CB-AF0C-48F2EC0FF728}" type="pres">
      <dgm:prSet presAssocID="{C0FA67D4-61D8-472F-B836-1851304E80D2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7E760266-713E-497F-8CE4-C55A5CFE7B1A}" type="pres">
      <dgm:prSet presAssocID="{92B1C178-215F-4FDD-B502-2E03B67E7C3A}" presName="spacer" presStyleCnt="0"/>
      <dgm:spPr/>
    </dgm:pt>
    <dgm:pt modelId="{7B72F113-8883-4BB6-8083-4B4336CC3A39}" type="pres">
      <dgm:prSet presAssocID="{1B32BB2D-7E36-45A6-8D0F-08CEF2FD5C6C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DE6D0FB8-68C4-40F6-8FAA-FA5D6EE5D8D3}" type="pres">
      <dgm:prSet presAssocID="{A523B7EC-372A-4FB4-B3D7-319159426113}" presName="spacer" presStyleCnt="0"/>
      <dgm:spPr/>
    </dgm:pt>
    <dgm:pt modelId="{E48ABAC1-E931-47F5-B147-811D283C7BBD}" type="pres">
      <dgm:prSet presAssocID="{16BB8711-EB77-40F1-9CC2-B0C8078A5AE6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390F9AE3-E46E-4A6C-9DE6-172BA4EA8613}" type="pres">
      <dgm:prSet presAssocID="{4B9B6520-6F0E-4FB2-96E6-8740FD7907CF}" presName="spacer" presStyleCnt="0"/>
      <dgm:spPr/>
    </dgm:pt>
    <dgm:pt modelId="{D8FBE36C-5E29-4CCC-942B-DECBE436CFBA}" type="pres">
      <dgm:prSet presAssocID="{BC943524-DAEF-43EC-AA28-3C958DFDDD6E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A91AD07C-CF68-4825-A250-3B94C1CB7D51}" type="pres">
      <dgm:prSet presAssocID="{4F345358-AA32-4AFD-ABA8-FF5B42C2D487}" presName="spacer" presStyleCnt="0"/>
      <dgm:spPr/>
    </dgm:pt>
    <dgm:pt modelId="{3271D015-6752-4FEB-AC1B-2FFBD0F424DB}" type="pres">
      <dgm:prSet presAssocID="{388758AA-5377-4029-93C7-5AE83DDF5CBB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BD35BF28-A3E8-4366-91B6-551A715C6EA4}" type="pres">
      <dgm:prSet presAssocID="{0EB5EC9A-C017-4C16-8B56-FE70D958E0E5}" presName="spacer" presStyleCnt="0"/>
      <dgm:spPr/>
    </dgm:pt>
    <dgm:pt modelId="{79FB342F-D895-4C42-8CF5-707E1205A91E}" type="pres">
      <dgm:prSet presAssocID="{90BE6AE2-C672-44E3-B726-82D29C92C396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3076E658-BF0A-4325-BC2A-E57E58F2648B}" type="pres">
      <dgm:prSet presAssocID="{11C8E9A6-4259-4AE8-896E-C38851A29F7D}" presName="spacer" presStyleCnt="0"/>
      <dgm:spPr/>
    </dgm:pt>
    <dgm:pt modelId="{101AC892-D2AD-48C0-B371-D12C339E5428}" type="pres">
      <dgm:prSet presAssocID="{B8FEF3D1-7D04-47B7-BE1D-11B608915C1A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5B9AD109-900D-4DDF-9049-7A6112326E4F}" srcId="{B4EBB8D6-4F84-4150-AB9F-7FA95778C2E1}" destId="{1B32BB2D-7E36-45A6-8D0F-08CEF2FD5C6C}" srcOrd="3" destOrd="0" parTransId="{DAC6D87D-AA92-41B2-9054-25368053FFD8}" sibTransId="{A523B7EC-372A-4FB4-B3D7-319159426113}"/>
    <dgm:cxn modelId="{F6A8B80E-FA5F-4965-AF67-C197A57E5C16}" type="presOf" srcId="{B4EBB8D6-4F84-4150-AB9F-7FA95778C2E1}" destId="{2381816B-7D25-4F27-BDFC-FDE8ED5DE901}" srcOrd="0" destOrd="0" presId="urn:microsoft.com/office/officeart/2005/8/layout/vList2"/>
    <dgm:cxn modelId="{A4F6632A-461F-46EA-A791-20FD45936D79}" type="presOf" srcId="{27C685B1-3342-426F-8A0F-95ABC480CF4D}" destId="{D6708316-5EF1-42F8-94EA-2FC30DA6F68A}" srcOrd="0" destOrd="0" presId="urn:microsoft.com/office/officeart/2005/8/layout/vList2"/>
    <dgm:cxn modelId="{B95F602F-D060-4FE5-9078-9EC67FE0AAA0}" srcId="{B4EBB8D6-4F84-4150-AB9F-7FA95778C2E1}" destId="{B8FEF3D1-7D04-47B7-BE1D-11B608915C1A}" srcOrd="8" destOrd="0" parTransId="{C24230FA-0E21-424A-8E23-1221998879DB}" sibTransId="{9B8E22FF-D2B7-4107-84B5-BB568EE3052A}"/>
    <dgm:cxn modelId="{D99BC040-883E-4709-90E2-376F7F7959DD}" type="presOf" srcId="{388758AA-5377-4029-93C7-5AE83DDF5CBB}" destId="{3271D015-6752-4FEB-AC1B-2FFBD0F424DB}" srcOrd="0" destOrd="0" presId="urn:microsoft.com/office/officeart/2005/8/layout/vList2"/>
    <dgm:cxn modelId="{B1E49369-1B80-4524-852C-7B9FBCD5159C}" srcId="{B4EBB8D6-4F84-4150-AB9F-7FA95778C2E1}" destId="{16BB8711-EB77-40F1-9CC2-B0C8078A5AE6}" srcOrd="4" destOrd="0" parTransId="{652E9E90-3379-47F6-8EF1-B7132207E307}" sibTransId="{4B9B6520-6F0E-4FB2-96E6-8740FD7907CF}"/>
    <dgm:cxn modelId="{2C173784-295C-4A78-97A6-7F42CCA846CB}" type="presOf" srcId="{76C00205-7772-4672-A3D2-6D3006350B11}" destId="{ADCEF1EE-F410-4020-AF08-B9084DDB1DBB}" srcOrd="0" destOrd="0" presId="urn:microsoft.com/office/officeart/2005/8/layout/vList2"/>
    <dgm:cxn modelId="{5A270A90-E69B-473B-B011-CF8987D3DD4B}" srcId="{B4EBB8D6-4F84-4150-AB9F-7FA95778C2E1}" destId="{27C685B1-3342-426F-8A0F-95ABC480CF4D}" srcOrd="0" destOrd="0" parTransId="{775C8654-B3AF-486B-8798-746059480446}" sibTransId="{F85F2D1E-1FBF-4836-9CC1-05CDF303ACBB}"/>
    <dgm:cxn modelId="{A9E08E92-E397-43DF-B064-76EDB6CB7F50}" type="presOf" srcId="{16BB8711-EB77-40F1-9CC2-B0C8078A5AE6}" destId="{E48ABAC1-E931-47F5-B147-811D283C7BBD}" srcOrd="0" destOrd="0" presId="urn:microsoft.com/office/officeart/2005/8/layout/vList2"/>
    <dgm:cxn modelId="{3F290696-922C-4F08-B333-6F32A215D8E1}" srcId="{B4EBB8D6-4F84-4150-AB9F-7FA95778C2E1}" destId="{90BE6AE2-C672-44E3-B726-82D29C92C396}" srcOrd="7" destOrd="0" parTransId="{82ADEAF7-58FA-4F69-8F5A-F2BCD2AB73DC}" sibTransId="{11C8E9A6-4259-4AE8-896E-C38851A29F7D}"/>
    <dgm:cxn modelId="{36781799-A4F7-4D79-9329-32654B72378A}" type="presOf" srcId="{90BE6AE2-C672-44E3-B726-82D29C92C396}" destId="{79FB342F-D895-4C42-8CF5-707E1205A91E}" srcOrd="0" destOrd="0" presId="urn:microsoft.com/office/officeart/2005/8/layout/vList2"/>
    <dgm:cxn modelId="{5E3B38B1-1025-4C17-A6D9-F3414CF3B28D}" srcId="{B4EBB8D6-4F84-4150-AB9F-7FA95778C2E1}" destId="{388758AA-5377-4029-93C7-5AE83DDF5CBB}" srcOrd="6" destOrd="0" parTransId="{0F905490-745D-4FE7-A17C-DFF91509A40F}" sibTransId="{0EB5EC9A-C017-4C16-8B56-FE70D958E0E5}"/>
    <dgm:cxn modelId="{D3068FB5-F71E-4048-9C1C-0B1C80CFDEB6}" srcId="{B4EBB8D6-4F84-4150-AB9F-7FA95778C2E1}" destId="{C0FA67D4-61D8-472F-B836-1851304E80D2}" srcOrd="2" destOrd="0" parTransId="{F5451469-320D-4689-A683-3D4B76961F70}" sibTransId="{92B1C178-215F-4FDD-B502-2E03B67E7C3A}"/>
    <dgm:cxn modelId="{624F11B8-1ADF-40CE-B720-95467812C2BB}" type="presOf" srcId="{C0FA67D4-61D8-472F-B836-1851304E80D2}" destId="{D2A9A6BE-B3EC-44CB-AF0C-48F2EC0FF728}" srcOrd="0" destOrd="0" presId="urn:microsoft.com/office/officeart/2005/8/layout/vList2"/>
    <dgm:cxn modelId="{270CB2C0-EDCB-4C5C-A725-90462404D233}" srcId="{B4EBB8D6-4F84-4150-AB9F-7FA95778C2E1}" destId="{76C00205-7772-4672-A3D2-6D3006350B11}" srcOrd="1" destOrd="0" parTransId="{17F2950A-63B4-47E1-9D45-410C4DE99A72}" sibTransId="{A2C2174F-B797-4D85-8E11-FA174E1CE6DA}"/>
    <dgm:cxn modelId="{58D1D5D2-382D-4D0C-8631-4DC4530477DF}" srcId="{B4EBB8D6-4F84-4150-AB9F-7FA95778C2E1}" destId="{BC943524-DAEF-43EC-AA28-3C958DFDDD6E}" srcOrd="5" destOrd="0" parTransId="{D87B0DAF-40D0-4CF2-B914-36FC2EAFD672}" sibTransId="{4F345358-AA32-4AFD-ABA8-FF5B42C2D487}"/>
    <dgm:cxn modelId="{2C7833DA-9ADD-46A9-8326-44A25E6E72F8}" type="presOf" srcId="{BC943524-DAEF-43EC-AA28-3C958DFDDD6E}" destId="{D8FBE36C-5E29-4CCC-942B-DECBE436CFBA}" srcOrd="0" destOrd="0" presId="urn:microsoft.com/office/officeart/2005/8/layout/vList2"/>
    <dgm:cxn modelId="{35C460F4-1B1E-4952-9904-54FF1913B53A}" type="presOf" srcId="{1B32BB2D-7E36-45A6-8D0F-08CEF2FD5C6C}" destId="{7B72F113-8883-4BB6-8083-4B4336CC3A39}" srcOrd="0" destOrd="0" presId="urn:microsoft.com/office/officeart/2005/8/layout/vList2"/>
    <dgm:cxn modelId="{6607BEFE-DF48-4E26-A0B8-6609736E1C75}" type="presOf" srcId="{B8FEF3D1-7D04-47B7-BE1D-11B608915C1A}" destId="{101AC892-D2AD-48C0-B371-D12C339E5428}" srcOrd="0" destOrd="0" presId="urn:microsoft.com/office/officeart/2005/8/layout/vList2"/>
    <dgm:cxn modelId="{426883E2-985A-4057-926C-D50DBD2AB6AC}" type="presParOf" srcId="{2381816B-7D25-4F27-BDFC-FDE8ED5DE901}" destId="{D6708316-5EF1-42F8-94EA-2FC30DA6F68A}" srcOrd="0" destOrd="0" presId="urn:microsoft.com/office/officeart/2005/8/layout/vList2"/>
    <dgm:cxn modelId="{0F68368B-40C1-4C8D-B776-E118374E248A}" type="presParOf" srcId="{2381816B-7D25-4F27-BDFC-FDE8ED5DE901}" destId="{FA793F3B-0A88-43B2-B5E9-59F2584EA544}" srcOrd="1" destOrd="0" presId="urn:microsoft.com/office/officeart/2005/8/layout/vList2"/>
    <dgm:cxn modelId="{EF1D6363-0DAE-416F-B17E-EA2590DA874B}" type="presParOf" srcId="{2381816B-7D25-4F27-BDFC-FDE8ED5DE901}" destId="{ADCEF1EE-F410-4020-AF08-B9084DDB1DBB}" srcOrd="2" destOrd="0" presId="urn:microsoft.com/office/officeart/2005/8/layout/vList2"/>
    <dgm:cxn modelId="{73CBE28C-8CB9-4A32-A4AD-D1DA35AC77F7}" type="presParOf" srcId="{2381816B-7D25-4F27-BDFC-FDE8ED5DE901}" destId="{64A6D6BD-48FC-47A5-8AAA-83F1B5F5787C}" srcOrd="3" destOrd="0" presId="urn:microsoft.com/office/officeart/2005/8/layout/vList2"/>
    <dgm:cxn modelId="{9DE9A3FC-B98D-44A0-A8B8-2323CD0EA2BF}" type="presParOf" srcId="{2381816B-7D25-4F27-BDFC-FDE8ED5DE901}" destId="{D2A9A6BE-B3EC-44CB-AF0C-48F2EC0FF728}" srcOrd="4" destOrd="0" presId="urn:microsoft.com/office/officeart/2005/8/layout/vList2"/>
    <dgm:cxn modelId="{87DFEFB6-D117-49A9-841D-D73F5F61052A}" type="presParOf" srcId="{2381816B-7D25-4F27-BDFC-FDE8ED5DE901}" destId="{7E760266-713E-497F-8CE4-C55A5CFE7B1A}" srcOrd="5" destOrd="0" presId="urn:microsoft.com/office/officeart/2005/8/layout/vList2"/>
    <dgm:cxn modelId="{7C726FC4-C09C-4B61-9F26-A3D22782402A}" type="presParOf" srcId="{2381816B-7D25-4F27-BDFC-FDE8ED5DE901}" destId="{7B72F113-8883-4BB6-8083-4B4336CC3A39}" srcOrd="6" destOrd="0" presId="urn:microsoft.com/office/officeart/2005/8/layout/vList2"/>
    <dgm:cxn modelId="{20145807-7F29-4436-9535-CEF2334C54DF}" type="presParOf" srcId="{2381816B-7D25-4F27-BDFC-FDE8ED5DE901}" destId="{DE6D0FB8-68C4-40F6-8FAA-FA5D6EE5D8D3}" srcOrd="7" destOrd="0" presId="urn:microsoft.com/office/officeart/2005/8/layout/vList2"/>
    <dgm:cxn modelId="{96D55BE0-58E5-48A9-A4B1-EF5A7C9D6048}" type="presParOf" srcId="{2381816B-7D25-4F27-BDFC-FDE8ED5DE901}" destId="{E48ABAC1-E931-47F5-B147-811D283C7BBD}" srcOrd="8" destOrd="0" presId="urn:microsoft.com/office/officeart/2005/8/layout/vList2"/>
    <dgm:cxn modelId="{E581CBEF-EDC6-406A-A781-83FFCA02F1B8}" type="presParOf" srcId="{2381816B-7D25-4F27-BDFC-FDE8ED5DE901}" destId="{390F9AE3-E46E-4A6C-9DE6-172BA4EA8613}" srcOrd="9" destOrd="0" presId="urn:microsoft.com/office/officeart/2005/8/layout/vList2"/>
    <dgm:cxn modelId="{5398A87B-8D78-434C-A82C-0C978A4D1C5C}" type="presParOf" srcId="{2381816B-7D25-4F27-BDFC-FDE8ED5DE901}" destId="{D8FBE36C-5E29-4CCC-942B-DECBE436CFBA}" srcOrd="10" destOrd="0" presId="urn:microsoft.com/office/officeart/2005/8/layout/vList2"/>
    <dgm:cxn modelId="{BFAB9070-AB78-4EF2-BB92-0A8504DA70B7}" type="presParOf" srcId="{2381816B-7D25-4F27-BDFC-FDE8ED5DE901}" destId="{A91AD07C-CF68-4825-A250-3B94C1CB7D51}" srcOrd="11" destOrd="0" presId="urn:microsoft.com/office/officeart/2005/8/layout/vList2"/>
    <dgm:cxn modelId="{4C970B23-F3C4-4557-BEB3-2CA8F27B5A02}" type="presParOf" srcId="{2381816B-7D25-4F27-BDFC-FDE8ED5DE901}" destId="{3271D015-6752-4FEB-AC1B-2FFBD0F424DB}" srcOrd="12" destOrd="0" presId="urn:microsoft.com/office/officeart/2005/8/layout/vList2"/>
    <dgm:cxn modelId="{4F53B761-2A52-4ECD-8B79-A59B629858D2}" type="presParOf" srcId="{2381816B-7D25-4F27-BDFC-FDE8ED5DE901}" destId="{BD35BF28-A3E8-4366-91B6-551A715C6EA4}" srcOrd="13" destOrd="0" presId="urn:microsoft.com/office/officeart/2005/8/layout/vList2"/>
    <dgm:cxn modelId="{DBA896FB-B272-44E8-8592-30AF42EBB834}" type="presParOf" srcId="{2381816B-7D25-4F27-BDFC-FDE8ED5DE901}" destId="{79FB342F-D895-4C42-8CF5-707E1205A91E}" srcOrd="14" destOrd="0" presId="urn:microsoft.com/office/officeart/2005/8/layout/vList2"/>
    <dgm:cxn modelId="{E8599BC8-9F14-463F-941A-76CC0B2109D6}" type="presParOf" srcId="{2381816B-7D25-4F27-BDFC-FDE8ED5DE901}" destId="{3076E658-BF0A-4325-BC2A-E57E58F2648B}" srcOrd="15" destOrd="0" presId="urn:microsoft.com/office/officeart/2005/8/layout/vList2"/>
    <dgm:cxn modelId="{02B8B049-6BFA-4580-A47C-0F04BD3D7072}" type="presParOf" srcId="{2381816B-7D25-4F27-BDFC-FDE8ED5DE901}" destId="{101AC892-D2AD-48C0-B371-D12C339E5428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43B851-8759-444D-8781-FB4BD0BA87FA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7B4C0BE-345A-4812-9A06-0750AF508F1B}">
      <dgm:prSet/>
      <dgm:spPr/>
      <dgm:t>
        <a:bodyPr/>
        <a:lstStyle/>
        <a:p>
          <a:r>
            <a:rPr lang="en-US" b="1"/>
            <a:t>User Registration &amp; Authentication</a:t>
          </a:r>
          <a:endParaRPr lang="en-US"/>
        </a:p>
      </dgm:t>
    </dgm:pt>
    <dgm:pt modelId="{1C328F7C-E721-4A4B-9295-C8C878050A8B}" type="parTrans" cxnId="{799E9F98-3FE2-42A0-8280-5DA3E9E58F6B}">
      <dgm:prSet/>
      <dgm:spPr/>
      <dgm:t>
        <a:bodyPr/>
        <a:lstStyle/>
        <a:p>
          <a:endParaRPr lang="en-US"/>
        </a:p>
      </dgm:t>
    </dgm:pt>
    <dgm:pt modelId="{A7A04A46-CED6-499A-ADF5-180749880E7A}" type="sibTrans" cxnId="{799E9F98-3FE2-42A0-8280-5DA3E9E58F6B}">
      <dgm:prSet/>
      <dgm:spPr/>
      <dgm:t>
        <a:bodyPr/>
        <a:lstStyle/>
        <a:p>
          <a:endParaRPr lang="en-US"/>
        </a:p>
      </dgm:t>
    </dgm:pt>
    <dgm:pt modelId="{BA2988DD-6A25-43A3-B7B4-7936EBCBA628}">
      <dgm:prSet/>
      <dgm:spPr/>
      <dgm:t>
        <a:bodyPr/>
        <a:lstStyle/>
        <a:p>
          <a:r>
            <a:rPr lang="en-US"/>
            <a:t>Secure login/logout system</a:t>
          </a:r>
        </a:p>
      </dgm:t>
    </dgm:pt>
    <dgm:pt modelId="{950B2902-240C-4FF8-9B45-1B15322A2E27}" type="parTrans" cxnId="{66212CD3-ACDC-42D5-BE14-B6AC87022EB0}">
      <dgm:prSet/>
      <dgm:spPr/>
      <dgm:t>
        <a:bodyPr/>
        <a:lstStyle/>
        <a:p>
          <a:endParaRPr lang="en-US"/>
        </a:p>
      </dgm:t>
    </dgm:pt>
    <dgm:pt modelId="{C8591686-CC4C-400C-9BCC-92AAAE9BA596}" type="sibTrans" cxnId="{66212CD3-ACDC-42D5-BE14-B6AC87022EB0}">
      <dgm:prSet/>
      <dgm:spPr/>
      <dgm:t>
        <a:bodyPr/>
        <a:lstStyle/>
        <a:p>
          <a:endParaRPr lang="en-US"/>
        </a:p>
      </dgm:t>
    </dgm:pt>
    <dgm:pt modelId="{BFDD1C76-0CCA-4228-86A6-5FECAD8B6641}">
      <dgm:prSet/>
      <dgm:spPr/>
      <dgm:t>
        <a:bodyPr/>
        <a:lstStyle/>
        <a:p>
          <a:r>
            <a:rPr lang="en-US"/>
            <a:t>Email verification on registration</a:t>
          </a:r>
        </a:p>
      </dgm:t>
    </dgm:pt>
    <dgm:pt modelId="{E08FA68F-1FE1-4DC7-AF06-72DE1B0D04AD}" type="parTrans" cxnId="{32373C9B-33F4-43AD-81F8-B8FE0E8FD884}">
      <dgm:prSet/>
      <dgm:spPr/>
      <dgm:t>
        <a:bodyPr/>
        <a:lstStyle/>
        <a:p>
          <a:endParaRPr lang="en-US"/>
        </a:p>
      </dgm:t>
    </dgm:pt>
    <dgm:pt modelId="{47CD9FE8-B56C-45F9-A124-84334C381D06}" type="sibTrans" cxnId="{32373C9B-33F4-43AD-81F8-B8FE0E8FD884}">
      <dgm:prSet/>
      <dgm:spPr/>
      <dgm:t>
        <a:bodyPr/>
        <a:lstStyle/>
        <a:p>
          <a:endParaRPr lang="en-US"/>
        </a:p>
      </dgm:t>
    </dgm:pt>
    <dgm:pt modelId="{0C3A0C11-2361-4AF4-8850-F0FE9BA3A2B9}">
      <dgm:prSet/>
      <dgm:spPr/>
      <dgm:t>
        <a:bodyPr/>
        <a:lstStyle/>
        <a:p>
          <a:r>
            <a:rPr lang="en-US" b="1"/>
            <a:t>Product Exploration</a:t>
          </a:r>
          <a:endParaRPr lang="en-US"/>
        </a:p>
      </dgm:t>
    </dgm:pt>
    <dgm:pt modelId="{D8429132-6D32-4D45-985B-AD7E32CE90DD}" type="parTrans" cxnId="{C6DA2658-DFA9-461F-AE40-A44F848C7DDD}">
      <dgm:prSet/>
      <dgm:spPr/>
      <dgm:t>
        <a:bodyPr/>
        <a:lstStyle/>
        <a:p>
          <a:endParaRPr lang="en-US"/>
        </a:p>
      </dgm:t>
    </dgm:pt>
    <dgm:pt modelId="{97539305-B09B-4F31-8943-6A682158B67F}" type="sibTrans" cxnId="{C6DA2658-DFA9-461F-AE40-A44F848C7DDD}">
      <dgm:prSet/>
      <dgm:spPr/>
      <dgm:t>
        <a:bodyPr/>
        <a:lstStyle/>
        <a:p>
          <a:endParaRPr lang="en-US"/>
        </a:p>
      </dgm:t>
    </dgm:pt>
    <dgm:pt modelId="{557BF7D6-E00F-48F5-A3A8-6CFE1845CF5E}">
      <dgm:prSet/>
      <dgm:spPr/>
      <dgm:t>
        <a:bodyPr/>
        <a:lstStyle/>
        <a:p>
          <a:r>
            <a:rPr lang="en-US"/>
            <a:t>Category-based filtering</a:t>
          </a:r>
        </a:p>
      </dgm:t>
    </dgm:pt>
    <dgm:pt modelId="{F572E5AC-3E05-4B39-996F-607DC77DD84C}" type="parTrans" cxnId="{C3E77830-70EF-456E-B8F4-952BCA660E3B}">
      <dgm:prSet/>
      <dgm:spPr/>
      <dgm:t>
        <a:bodyPr/>
        <a:lstStyle/>
        <a:p>
          <a:endParaRPr lang="en-US"/>
        </a:p>
      </dgm:t>
    </dgm:pt>
    <dgm:pt modelId="{6A6CA508-00A6-4B0B-9172-672E7F7805D0}" type="sibTrans" cxnId="{C3E77830-70EF-456E-B8F4-952BCA660E3B}">
      <dgm:prSet/>
      <dgm:spPr/>
      <dgm:t>
        <a:bodyPr/>
        <a:lstStyle/>
        <a:p>
          <a:endParaRPr lang="en-US"/>
        </a:p>
      </dgm:t>
    </dgm:pt>
    <dgm:pt modelId="{E8554F4B-1D44-462E-BFE2-3A2E9BD09768}">
      <dgm:prSet/>
      <dgm:spPr/>
      <dgm:t>
        <a:bodyPr/>
        <a:lstStyle/>
        <a:p>
          <a:r>
            <a:rPr lang="en-US"/>
            <a:t>Search functionality</a:t>
          </a:r>
        </a:p>
      </dgm:t>
    </dgm:pt>
    <dgm:pt modelId="{79DE0C86-A12A-4AD6-AB1A-7166A13D2ED0}" type="parTrans" cxnId="{62EF564D-DF4D-4724-A0A1-8F7785F2C675}">
      <dgm:prSet/>
      <dgm:spPr/>
      <dgm:t>
        <a:bodyPr/>
        <a:lstStyle/>
        <a:p>
          <a:endParaRPr lang="en-US"/>
        </a:p>
      </dgm:t>
    </dgm:pt>
    <dgm:pt modelId="{74611960-6B28-4F6F-8706-705E9F665D65}" type="sibTrans" cxnId="{62EF564D-DF4D-4724-A0A1-8F7785F2C675}">
      <dgm:prSet/>
      <dgm:spPr/>
      <dgm:t>
        <a:bodyPr/>
        <a:lstStyle/>
        <a:p>
          <a:endParaRPr lang="en-US"/>
        </a:p>
      </dgm:t>
    </dgm:pt>
    <dgm:pt modelId="{7526231E-B3D7-430C-9E49-DD8D856FDAEE}">
      <dgm:prSet/>
      <dgm:spPr/>
      <dgm:t>
        <a:bodyPr/>
        <a:lstStyle/>
        <a:p>
          <a:r>
            <a:rPr lang="en-US"/>
            <a:t>Product details viewing</a:t>
          </a:r>
        </a:p>
      </dgm:t>
    </dgm:pt>
    <dgm:pt modelId="{42852132-6E6F-404B-BC0C-B29BD4D27427}" type="parTrans" cxnId="{999AB2C8-D578-404A-A6C8-2A756400A3B2}">
      <dgm:prSet/>
      <dgm:spPr/>
      <dgm:t>
        <a:bodyPr/>
        <a:lstStyle/>
        <a:p>
          <a:endParaRPr lang="en-US"/>
        </a:p>
      </dgm:t>
    </dgm:pt>
    <dgm:pt modelId="{E9280276-0FDB-4214-9A72-865D38AB3E7F}" type="sibTrans" cxnId="{999AB2C8-D578-404A-A6C8-2A756400A3B2}">
      <dgm:prSet/>
      <dgm:spPr/>
      <dgm:t>
        <a:bodyPr/>
        <a:lstStyle/>
        <a:p>
          <a:endParaRPr lang="en-US"/>
        </a:p>
      </dgm:t>
    </dgm:pt>
    <dgm:pt modelId="{26829066-8EC1-4FE1-8713-5CB1AD9D7908}">
      <dgm:prSet/>
      <dgm:spPr/>
      <dgm:t>
        <a:bodyPr/>
        <a:lstStyle/>
        <a:p>
          <a:r>
            <a:rPr lang="en-US" b="1"/>
            <a:t>Shopping Cart Management</a:t>
          </a:r>
          <a:endParaRPr lang="en-US"/>
        </a:p>
      </dgm:t>
    </dgm:pt>
    <dgm:pt modelId="{61B0A057-210C-4406-BBC0-F47628485900}" type="parTrans" cxnId="{E68F8B05-5DEC-4CA8-B3F5-88027D2C8815}">
      <dgm:prSet/>
      <dgm:spPr/>
      <dgm:t>
        <a:bodyPr/>
        <a:lstStyle/>
        <a:p>
          <a:endParaRPr lang="en-US"/>
        </a:p>
      </dgm:t>
    </dgm:pt>
    <dgm:pt modelId="{8D52B53B-E5A2-4797-8ACB-C04177E4ABC0}" type="sibTrans" cxnId="{E68F8B05-5DEC-4CA8-B3F5-88027D2C8815}">
      <dgm:prSet/>
      <dgm:spPr/>
      <dgm:t>
        <a:bodyPr/>
        <a:lstStyle/>
        <a:p>
          <a:endParaRPr lang="en-US"/>
        </a:p>
      </dgm:t>
    </dgm:pt>
    <dgm:pt modelId="{18E1E359-B241-42CF-B15A-6518041CBBC3}">
      <dgm:prSet/>
      <dgm:spPr/>
      <dgm:t>
        <a:bodyPr/>
        <a:lstStyle/>
        <a:p>
          <a:r>
            <a:rPr lang="en-US"/>
            <a:t>Add/remove items</a:t>
          </a:r>
        </a:p>
      </dgm:t>
    </dgm:pt>
    <dgm:pt modelId="{6C9780E7-ABA7-4B96-9E02-61C519143F96}" type="parTrans" cxnId="{B8F3BA29-60B7-4557-BACC-41F36095CF29}">
      <dgm:prSet/>
      <dgm:spPr/>
      <dgm:t>
        <a:bodyPr/>
        <a:lstStyle/>
        <a:p>
          <a:endParaRPr lang="en-US"/>
        </a:p>
      </dgm:t>
    </dgm:pt>
    <dgm:pt modelId="{D18AACCD-C02E-4F2B-9507-19F2C4C5ED93}" type="sibTrans" cxnId="{B8F3BA29-60B7-4557-BACC-41F36095CF29}">
      <dgm:prSet/>
      <dgm:spPr/>
      <dgm:t>
        <a:bodyPr/>
        <a:lstStyle/>
        <a:p>
          <a:endParaRPr lang="en-US"/>
        </a:p>
      </dgm:t>
    </dgm:pt>
    <dgm:pt modelId="{C1841957-E54C-42BF-9111-C4B9718B6CB1}">
      <dgm:prSet/>
      <dgm:spPr/>
      <dgm:t>
        <a:bodyPr/>
        <a:lstStyle/>
        <a:p>
          <a:r>
            <a:rPr lang="en-US"/>
            <a:t>Adjust quantities (increment/decrement)</a:t>
          </a:r>
        </a:p>
      </dgm:t>
    </dgm:pt>
    <dgm:pt modelId="{B6552701-38D2-4458-8BAA-7E531F61DA4F}" type="parTrans" cxnId="{2C26FF87-48C5-44A1-99BD-CBDDE8D0C9B5}">
      <dgm:prSet/>
      <dgm:spPr/>
      <dgm:t>
        <a:bodyPr/>
        <a:lstStyle/>
        <a:p>
          <a:endParaRPr lang="en-US"/>
        </a:p>
      </dgm:t>
    </dgm:pt>
    <dgm:pt modelId="{ABBAFDB9-52E4-4992-89AA-1745A8C68F69}" type="sibTrans" cxnId="{2C26FF87-48C5-44A1-99BD-CBDDE8D0C9B5}">
      <dgm:prSet/>
      <dgm:spPr/>
      <dgm:t>
        <a:bodyPr/>
        <a:lstStyle/>
        <a:p>
          <a:endParaRPr lang="en-US"/>
        </a:p>
      </dgm:t>
    </dgm:pt>
    <dgm:pt modelId="{68973BE1-37C3-4412-ACEA-81D59212351F}">
      <dgm:prSet/>
      <dgm:spPr/>
      <dgm:t>
        <a:bodyPr/>
        <a:lstStyle/>
        <a:p>
          <a:r>
            <a:rPr lang="en-US"/>
            <a:t>Real-time cart updates</a:t>
          </a:r>
        </a:p>
      </dgm:t>
    </dgm:pt>
    <dgm:pt modelId="{8C3319E7-EEB5-4035-BDFC-C6193E803F01}" type="parTrans" cxnId="{28849E58-EA15-4C3B-822E-327F46ED090E}">
      <dgm:prSet/>
      <dgm:spPr/>
      <dgm:t>
        <a:bodyPr/>
        <a:lstStyle/>
        <a:p>
          <a:endParaRPr lang="en-US"/>
        </a:p>
      </dgm:t>
    </dgm:pt>
    <dgm:pt modelId="{09D848DA-A784-45CD-B878-6793D2521495}" type="sibTrans" cxnId="{28849E58-EA15-4C3B-822E-327F46ED090E}">
      <dgm:prSet/>
      <dgm:spPr/>
      <dgm:t>
        <a:bodyPr/>
        <a:lstStyle/>
        <a:p>
          <a:endParaRPr lang="en-US"/>
        </a:p>
      </dgm:t>
    </dgm:pt>
    <dgm:pt modelId="{3628B286-A96C-4E51-8E88-81CA017A4D00}">
      <dgm:prSet/>
      <dgm:spPr/>
      <dgm:t>
        <a:bodyPr/>
        <a:lstStyle/>
        <a:p>
          <a:r>
            <a:rPr lang="en-US" b="1"/>
            <a:t>Checkout Process</a:t>
          </a:r>
          <a:endParaRPr lang="en-US"/>
        </a:p>
      </dgm:t>
    </dgm:pt>
    <dgm:pt modelId="{08FFA445-590A-446C-BEEB-DB9AF2789DEE}" type="parTrans" cxnId="{D95626B5-EF40-4D02-82BF-FDBFD847D3CE}">
      <dgm:prSet/>
      <dgm:spPr/>
      <dgm:t>
        <a:bodyPr/>
        <a:lstStyle/>
        <a:p>
          <a:endParaRPr lang="en-US"/>
        </a:p>
      </dgm:t>
    </dgm:pt>
    <dgm:pt modelId="{CCC82063-B350-44C2-836C-6A3B0A11FD70}" type="sibTrans" cxnId="{D95626B5-EF40-4D02-82BF-FDBFD847D3CE}">
      <dgm:prSet/>
      <dgm:spPr/>
      <dgm:t>
        <a:bodyPr/>
        <a:lstStyle/>
        <a:p>
          <a:endParaRPr lang="en-US"/>
        </a:p>
      </dgm:t>
    </dgm:pt>
    <dgm:pt modelId="{9579A1D8-2E97-462B-9A93-57E63966DF98}">
      <dgm:prSet/>
      <dgm:spPr/>
      <dgm:t>
        <a:bodyPr/>
        <a:lstStyle/>
        <a:p>
          <a:r>
            <a:rPr lang="en-US"/>
            <a:t>Simulated payment gateway</a:t>
          </a:r>
        </a:p>
      </dgm:t>
    </dgm:pt>
    <dgm:pt modelId="{827EDA0D-95DB-428A-98A2-13FF83381D35}" type="parTrans" cxnId="{0B377CBC-1FAE-45CD-99F6-FD04057DD22C}">
      <dgm:prSet/>
      <dgm:spPr/>
      <dgm:t>
        <a:bodyPr/>
        <a:lstStyle/>
        <a:p>
          <a:endParaRPr lang="en-US"/>
        </a:p>
      </dgm:t>
    </dgm:pt>
    <dgm:pt modelId="{A6606BE8-1AED-4154-95AC-30BBDA580C33}" type="sibTrans" cxnId="{0B377CBC-1FAE-45CD-99F6-FD04057DD22C}">
      <dgm:prSet/>
      <dgm:spPr/>
      <dgm:t>
        <a:bodyPr/>
        <a:lstStyle/>
        <a:p>
          <a:endParaRPr lang="en-US"/>
        </a:p>
      </dgm:t>
    </dgm:pt>
    <dgm:pt modelId="{9AE48654-D39D-4460-A6CE-694055FE80CC}">
      <dgm:prSet/>
      <dgm:spPr/>
      <dgm:t>
        <a:bodyPr/>
        <a:lstStyle/>
        <a:p>
          <a:r>
            <a:rPr lang="en-US"/>
            <a:t>Order confirmation</a:t>
          </a:r>
        </a:p>
      </dgm:t>
    </dgm:pt>
    <dgm:pt modelId="{5B2B11FB-640A-4A26-B650-349F050520C5}" type="parTrans" cxnId="{89966AEA-B1F8-4E22-BF17-FAFD1C56A45D}">
      <dgm:prSet/>
      <dgm:spPr/>
      <dgm:t>
        <a:bodyPr/>
        <a:lstStyle/>
        <a:p>
          <a:endParaRPr lang="en-US"/>
        </a:p>
      </dgm:t>
    </dgm:pt>
    <dgm:pt modelId="{73652CFF-177A-462F-8E8B-B8C6010FC8BC}" type="sibTrans" cxnId="{89966AEA-B1F8-4E22-BF17-FAFD1C56A45D}">
      <dgm:prSet/>
      <dgm:spPr/>
      <dgm:t>
        <a:bodyPr/>
        <a:lstStyle/>
        <a:p>
          <a:endParaRPr lang="en-US"/>
        </a:p>
      </dgm:t>
    </dgm:pt>
    <dgm:pt modelId="{DAC90C63-A298-4D0A-99F3-915D44C9538F}">
      <dgm:prSet/>
      <dgm:spPr/>
      <dgm:t>
        <a:bodyPr/>
        <a:lstStyle/>
        <a:p>
          <a:r>
            <a:rPr lang="en-US"/>
            <a:t>Order history tracking</a:t>
          </a:r>
        </a:p>
      </dgm:t>
    </dgm:pt>
    <dgm:pt modelId="{D420DFA3-D43A-4B63-9CFF-DA704C5CE6E1}" type="parTrans" cxnId="{D99CEC5A-2908-4515-B6C8-B8F5861FA452}">
      <dgm:prSet/>
      <dgm:spPr/>
      <dgm:t>
        <a:bodyPr/>
        <a:lstStyle/>
        <a:p>
          <a:endParaRPr lang="en-US"/>
        </a:p>
      </dgm:t>
    </dgm:pt>
    <dgm:pt modelId="{CA6AB0B2-82DA-4B25-B9AE-F6AE56DD60D6}" type="sibTrans" cxnId="{D99CEC5A-2908-4515-B6C8-B8F5861FA452}">
      <dgm:prSet/>
      <dgm:spPr/>
      <dgm:t>
        <a:bodyPr/>
        <a:lstStyle/>
        <a:p>
          <a:endParaRPr lang="en-US"/>
        </a:p>
      </dgm:t>
    </dgm:pt>
    <dgm:pt modelId="{8A207F7C-28D4-4CC8-B56F-6EE5ACE6A5EE}" type="pres">
      <dgm:prSet presAssocID="{3643B851-8759-444D-8781-FB4BD0BA87FA}" presName="Name0" presStyleCnt="0">
        <dgm:presLayoutVars>
          <dgm:dir/>
          <dgm:animLvl val="lvl"/>
          <dgm:resizeHandles val="exact"/>
        </dgm:presLayoutVars>
      </dgm:prSet>
      <dgm:spPr/>
    </dgm:pt>
    <dgm:pt modelId="{6FC29B19-5C1F-4EDD-B743-E32B634C3829}" type="pres">
      <dgm:prSet presAssocID="{F7B4C0BE-345A-4812-9A06-0750AF508F1B}" presName="composite" presStyleCnt="0"/>
      <dgm:spPr/>
    </dgm:pt>
    <dgm:pt modelId="{980C2F2E-00B5-487E-A151-3508D01D1599}" type="pres">
      <dgm:prSet presAssocID="{F7B4C0BE-345A-4812-9A06-0750AF508F1B}" presName="parTx" presStyleLbl="alignNode1" presStyleIdx="0" presStyleCnt="4">
        <dgm:presLayoutVars>
          <dgm:chMax val="0"/>
          <dgm:chPref val="0"/>
        </dgm:presLayoutVars>
      </dgm:prSet>
      <dgm:spPr/>
    </dgm:pt>
    <dgm:pt modelId="{D779DC34-FB73-42DF-BC2B-319BCCA50B4B}" type="pres">
      <dgm:prSet presAssocID="{F7B4C0BE-345A-4812-9A06-0750AF508F1B}" presName="desTx" presStyleLbl="alignAccFollowNode1" presStyleIdx="0" presStyleCnt="4">
        <dgm:presLayoutVars/>
      </dgm:prSet>
      <dgm:spPr/>
    </dgm:pt>
    <dgm:pt modelId="{F5A4E602-F840-4F52-8AB6-C69A600A8461}" type="pres">
      <dgm:prSet presAssocID="{A7A04A46-CED6-499A-ADF5-180749880E7A}" presName="space" presStyleCnt="0"/>
      <dgm:spPr/>
    </dgm:pt>
    <dgm:pt modelId="{E4241C12-E2FC-4802-B557-464D0D060DE8}" type="pres">
      <dgm:prSet presAssocID="{0C3A0C11-2361-4AF4-8850-F0FE9BA3A2B9}" presName="composite" presStyleCnt="0"/>
      <dgm:spPr/>
    </dgm:pt>
    <dgm:pt modelId="{751215CF-CFC2-490B-BD59-DDA0BD1C3513}" type="pres">
      <dgm:prSet presAssocID="{0C3A0C11-2361-4AF4-8850-F0FE9BA3A2B9}" presName="parTx" presStyleLbl="alignNode1" presStyleIdx="1" presStyleCnt="4">
        <dgm:presLayoutVars>
          <dgm:chMax val="0"/>
          <dgm:chPref val="0"/>
        </dgm:presLayoutVars>
      </dgm:prSet>
      <dgm:spPr/>
    </dgm:pt>
    <dgm:pt modelId="{971EEFF0-5275-45CC-82F8-90903064CA6D}" type="pres">
      <dgm:prSet presAssocID="{0C3A0C11-2361-4AF4-8850-F0FE9BA3A2B9}" presName="desTx" presStyleLbl="alignAccFollowNode1" presStyleIdx="1" presStyleCnt="4">
        <dgm:presLayoutVars/>
      </dgm:prSet>
      <dgm:spPr/>
    </dgm:pt>
    <dgm:pt modelId="{E839DAA2-40DF-461B-88F4-389CDC719DC3}" type="pres">
      <dgm:prSet presAssocID="{97539305-B09B-4F31-8943-6A682158B67F}" presName="space" presStyleCnt="0"/>
      <dgm:spPr/>
    </dgm:pt>
    <dgm:pt modelId="{50E752F5-1EE9-4A32-818B-C90B7E1F2D9F}" type="pres">
      <dgm:prSet presAssocID="{26829066-8EC1-4FE1-8713-5CB1AD9D7908}" presName="composite" presStyleCnt="0"/>
      <dgm:spPr/>
    </dgm:pt>
    <dgm:pt modelId="{EDAB759D-F0E9-4F31-BFB5-0286FDBDD9EB}" type="pres">
      <dgm:prSet presAssocID="{26829066-8EC1-4FE1-8713-5CB1AD9D7908}" presName="parTx" presStyleLbl="alignNode1" presStyleIdx="2" presStyleCnt="4">
        <dgm:presLayoutVars>
          <dgm:chMax val="0"/>
          <dgm:chPref val="0"/>
        </dgm:presLayoutVars>
      </dgm:prSet>
      <dgm:spPr/>
    </dgm:pt>
    <dgm:pt modelId="{7DCD87A3-3B9D-464F-A650-81E7C549264A}" type="pres">
      <dgm:prSet presAssocID="{26829066-8EC1-4FE1-8713-5CB1AD9D7908}" presName="desTx" presStyleLbl="alignAccFollowNode1" presStyleIdx="2" presStyleCnt="4">
        <dgm:presLayoutVars/>
      </dgm:prSet>
      <dgm:spPr/>
    </dgm:pt>
    <dgm:pt modelId="{59A3D0C9-70B7-4666-A14C-E0EF5FBE6885}" type="pres">
      <dgm:prSet presAssocID="{8D52B53B-E5A2-4797-8ACB-C04177E4ABC0}" presName="space" presStyleCnt="0"/>
      <dgm:spPr/>
    </dgm:pt>
    <dgm:pt modelId="{6AEB6238-41A3-41D7-B11A-F35B88F952A8}" type="pres">
      <dgm:prSet presAssocID="{3628B286-A96C-4E51-8E88-81CA017A4D00}" presName="composite" presStyleCnt="0"/>
      <dgm:spPr/>
    </dgm:pt>
    <dgm:pt modelId="{16595E7E-8467-4675-9BAA-294436361FE2}" type="pres">
      <dgm:prSet presAssocID="{3628B286-A96C-4E51-8E88-81CA017A4D00}" presName="parTx" presStyleLbl="alignNode1" presStyleIdx="3" presStyleCnt="4">
        <dgm:presLayoutVars>
          <dgm:chMax val="0"/>
          <dgm:chPref val="0"/>
        </dgm:presLayoutVars>
      </dgm:prSet>
      <dgm:spPr/>
    </dgm:pt>
    <dgm:pt modelId="{3983A062-A5F2-429B-80CF-32EE75DAD0E7}" type="pres">
      <dgm:prSet presAssocID="{3628B286-A96C-4E51-8E88-81CA017A4D00}" presName="desTx" presStyleLbl="alignAccFollowNode1" presStyleIdx="3" presStyleCnt="4">
        <dgm:presLayoutVars/>
      </dgm:prSet>
      <dgm:spPr/>
    </dgm:pt>
  </dgm:ptLst>
  <dgm:cxnLst>
    <dgm:cxn modelId="{E68F8B05-5DEC-4CA8-B3F5-88027D2C8815}" srcId="{3643B851-8759-444D-8781-FB4BD0BA87FA}" destId="{26829066-8EC1-4FE1-8713-5CB1AD9D7908}" srcOrd="2" destOrd="0" parTransId="{61B0A057-210C-4406-BBC0-F47628485900}" sibTransId="{8D52B53B-E5A2-4797-8ACB-C04177E4ABC0}"/>
    <dgm:cxn modelId="{FE1EE31A-FF97-4616-8628-E49F4C805A1C}" type="presOf" srcId="{F7B4C0BE-345A-4812-9A06-0750AF508F1B}" destId="{980C2F2E-00B5-487E-A151-3508D01D1599}" srcOrd="0" destOrd="0" presId="urn:microsoft.com/office/officeart/2016/7/layout/HorizontalActionList"/>
    <dgm:cxn modelId="{23F02726-493C-4D5F-8A57-013B4BFEDBD2}" type="presOf" srcId="{7526231E-B3D7-430C-9E49-DD8D856FDAEE}" destId="{971EEFF0-5275-45CC-82F8-90903064CA6D}" srcOrd="0" destOrd="2" presId="urn:microsoft.com/office/officeart/2016/7/layout/HorizontalActionList"/>
    <dgm:cxn modelId="{B8F3BA29-60B7-4557-BACC-41F36095CF29}" srcId="{26829066-8EC1-4FE1-8713-5CB1AD9D7908}" destId="{18E1E359-B241-42CF-B15A-6518041CBBC3}" srcOrd="0" destOrd="0" parTransId="{6C9780E7-ABA7-4B96-9E02-61C519143F96}" sibTransId="{D18AACCD-C02E-4F2B-9507-19F2C4C5ED93}"/>
    <dgm:cxn modelId="{C3E77830-70EF-456E-B8F4-952BCA660E3B}" srcId="{0C3A0C11-2361-4AF4-8850-F0FE9BA3A2B9}" destId="{557BF7D6-E00F-48F5-A3A8-6CFE1845CF5E}" srcOrd="0" destOrd="0" parTransId="{F572E5AC-3E05-4B39-996F-607DC77DD84C}" sibTransId="{6A6CA508-00A6-4B0B-9172-672E7F7805D0}"/>
    <dgm:cxn modelId="{E7BF7335-3405-4ACF-B208-8C3AF87509FD}" type="presOf" srcId="{557BF7D6-E00F-48F5-A3A8-6CFE1845CF5E}" destId="{971EEFF0-5275-45CC-82F8-90903064CA6D}" srcOrd="0" destOrd="0" presId="urn:microsoft.com/office/officeart/2016/7/layout/HorizontalActionList"/>
    <dgm:cxn modelId="{B4E15A60-560B-484E-A5F7-FB6412FF96A1}" type="presOf" srcId="{DAC90C63-A298-4D0A-99F3-915D44C9538F}" destId="{3983A062-A5F2-429B-80CF-32EE75DAD0E7}" srcOrd="0" destOrd="2" presId="urn:microsoft.com/office/officeart/2016/7/layout/HorizontalActionList"/>
    <dgm:cxn modelId="{91394B61-9CBD-4B26-8B5B-9ACE5635AB74}" type="presOf" srcId="{9579A1D8-2E97-462B-9A93-57E63966DF98}" destId="{3983A062-A5F2-429B-80CF-32EE75DAD0E7}" srcOrd="0" destOrd="0" presId="urn:microsoft.com/office/officeart/2016/7/layout/HorizontalActionList"/>
    <dgm:cxn modelId="{49FB9745-92E4-4946-986B-724F24BE7804}" type="presOf" srcId="{E8554F4B-1D44-462E-BFE2-3A2E9BD09768}" destId="{971EEFF0-5275-45CC-82F8-90903064CA6D}" srcOrd="0" destOrd="1" presId="urn:microsoft.com/office/officeart/2016/7/layout/HorizontalActionList"/>
    <dgm:cxn modelId="{2A695867-683A-492C-B3D9-A89A75B1FEDF}" type="presOf" srcId="{BA2988DD-6A25-43A3-B7B4-7936EBCBA628}" destId="{D779DC34-FB73-42DF-BC2B-319BCCA50B4B}" srcOrd="0" destOrd="0" presId="urn:microsoft.com/office/officeart/2016/7/layout/HorizontalActionList"/>
    <dgm:cxn modelId="{62EF564D-DF4D-4724-A0A1-8F7785F2C675}" srcId="{0C3A0C11-2361-4AF4-8850-F0FE9BA3A2B9}" destId="{E8554F4B-1D44-462E-BFE2-3A2E9BD09768}" srcOrd="1" destOrd="0" parTransId="{79DE0C86-A12A-4AD6-AB1A-7166A13D2ED0}" sibTransId="{74611960-6B28-4F6F-8706-705E9F665D65}"/>
    <dgm:cxn modelId="{5CEA9D6E-3F90-42B2-A592-B83F12550875}" type="presOf" srcId="{9AE48654-D39D-4460-A6CE-694055FE80CC}" destId="{3983A062-A5F2-429B-80CF-32EE75DAD0E7}" srcOrd="0" destOrd="1" presId="urn:microsoft.com/office/officeart/2016/7/layout/HorizontalActionList"/>
    <dgm:cxn modelId="{C6DA2658-DFA9-461F-AE40-A44F848C7DDD}" srcId="{3643B851-8759-444D-8781-FB4BD0BA87FA}" destId="{0C3A0C11-2361-4AF4-8850-F0FE9BA3A2B9}" srcOrd="1" destOrd="0" parTransId="{D8429132-6D32-4D45-985B-AD7E32CE90DD}" sibTransId="{97539305-B09B-4F31-8943-6A682158B67F}"/>
    <dgm:cxn modelId="{28849E58-EA15-4C3B-822E-327F46ED090E}" srcId="{26829066-8EC1-4FE1-8713-5CB1AD9D7908}" destId="{68973BE1-37C3-4412-ACEA-81D59212351F}" srcOrd="2" destOrd="0" parTransId="{8C3319E7-EEB5-4035-BDFC-C6193E803F01}" sibTransId="{09D848DA-A784-45CD-B878-6793D2521495}"/>
    <dgm:cxn modelId="{D99CEC5A-2908-4515-B6C8-B8F5861FA452}" srcId="{3628B286-A96C-4E51-8E88-81CA017A4D00}" destId="{DAC90C63-A298-4D0A-99F3-915D44C9538F}" srcOrd="2" destOrd="0" parTransId="{D420DFA3-D43A-4B63-9CFF-DA704C5CE6E1}" sibTransId="{CA6AB0B2-82DA-4B25-B9AE-F6AE56DD60D6}"/>
    <dgm:cxn modelId="{2C26FF87-48C5-44A1-99BD-CBDDE8D0C9B5}" srcId="{26829066-8EC1-4FE1-8713-5CB1AD9D7908}" destId="{C1841957-E54C-42BF-9111-C4B9718B6CB1}" srcOrd="1" destOrd="0" parTransId="{B6552701-38D2-4458-8BAA-7E531F61DA4F}" sibTransId="{ABBAFDB9-52E4-4992-89AA-1745A8C68F69}"/>
    <dgm:cxn modelId="{C936F58F-4A67-4D03-81E3-510F7B3BB4E3}" type="presOf" srcId="{68973BE1-37C3-4412-ACEA-81D59212351F}" destId="{7DCD87A3-3B9D-464F-A650-81E7C549264A}" srcOrd="0" destOrd="2" presId="urn:microsoft.com/office/officeart/2016/7/layout/HorizontalActionList"/>
    <dgm:cxn modelId="{4F127393-1DB5-4E01-9147-A0D48B315183}" type="presOf" srcId="{C1841957-E54C-42BF-9111-C4B9718B6CB1}" destId="{7DCD87A3-3B9D-464F-A650-81E7C549264A}" srcOrd="0" destOrd="1" presId="urn:microsoft.com/office/officeart/2016/7/layout/HorizontalActionList"/>
    <dgm:cxn modelId="{FA6F1195-1C37-4877-AE2C-E0D5A2681126}" type="presOf" srcId="{26829066-8EC1-4FE1-8713-5CB1AD9D7908}" destId="{EDAB759D-F0E9-4F31-BFB5-0286FDBDD9EB}" srcOrd="0" destOrd="0" presId="urn:microsoft.com/office/officeart/2016/7/layout/HorizontalActionList"/>
    <dgm:cxn modelId="{799E9F98-3FE2-42A0-8280-5DA3E9E58F6B}" srcId="{3643B851-8759-444D-8781-FB4BD0BA87FA}" destId="{F7B4C0BE-345A-4812-9A06-0750AF508F1B}" srcOrd="0" destOrd="0" parTransId="{1C328F7C-E721-4A4B-9295-C8C878050A8B}" sibTransId="{A7A04A46-CED6-499A-ADF5-180749880E7A}"/>
    <dgm:cxn modelId="{32373C9B-33F4-43AD-81F8-B8FE0E8FD884}" srcId="{F7B4C0BE-345A-4812-9A06-0750AF508F1B}" destId="{BFDD1C76-0CCA-4228-86A6-5FECAD8B6641}" srcOrd="1" destOrd="0" parTransId="{E08FA68F-1FE1-4DC7-AF06-72DE1B0D04AD}" sibTransId="{47CD9FE8-B56C-45F9-A124-84334C381D06}"/>
    <dgm:cxn modelId="{BB85F69C-8C77-4751-A3FF-57C4CD59A046}" type="presOf" srcId="{3643B851-8759-444D-8781-FB4BD0BA87FA}" destId="{8A207F7C-28D4-4CC8-B56F-6EE5ACE6A5EE}" srcOrd="0" destOrd="0" presId="urn:microsoft.com/office/officeart/2016/7/layout/HorizontalActionList"/>
    <dgm:cxn modelId="{A9A4ACB0-7B85-4445-85F6-27CD63F892D6}" type="presOf" srcId="{18E1E359-B241-42CF-B15A-6518041CBBC3}" destId="{7DCD87A3-3B9D-464F-A650-81E7C549264A}" srcOrd="0" destOrd="0" presId="urn:microsoft.com/office/officeart/2016/7/layout/HorizontalActionList"/>
    <dgm:cxn modelId="{D95626B5-EF40-4D02-82BF-FDBFD847D3CE}" srcId="{3643B851-8759-444D-8781-FB4BD0BA87FA}" destId="{3628B286-A96C-4E51-8E88-81CA017A4D00}" srcOrd="3" destOrd="0" parTransId="{08FFA445-590A-446C-BEEB-DB9AF2789DEE}" sibTransId="{CCC82063-B350-44C2-836C-6A3B0A11FD70}"/>
    <dgm:cxn modelId="{A659FFB8-68E2-45B4-8475-FC7848A06444}" type="presOf" srcId="{3628B286-A96C-4E51-8E88-81CA017A4D00}" destId="{16595E7E-8467-4675-9BAA-294436361FE2}" srcOrd="0" destOrd="0" presId="urn:microsoft.com/office/officeart/2016/7/layout/HorizontalActionList"/>
    <dgm:cxn modelId="{5DE8A2BB-59F5-4183-B818-D8F6B6132D0A}" type="presOf" srcId="{0C3A0C11-2361-4AF4-8850-F0FE9BA3A2B9}" destId="{751215CF-CFC2-490B-BD59-DDA0BD1C3513}" srcOrd="0" destOrd="0" presId="urn:microsoft.com/office/officeart/2016/7/layout/HorizontalActionList"/>
    <dgm:cxn modelId="{0B377CBC-1FAE-45CD-99F6-FD04057DD22C}" srcId="{3628B286-A96C-4E51-8E88-81CA017A4D00}" destId="{9579A1D8-2E97-462B-9A93-57E63966DF98}" srcOrd="0" destOrd="0" parTransId="{827EDA0D-95DB-428A-98A2-13FF83381D35}" sibTransId="{A6606BE8-1AED-4154-95AC-30BBDA580C33}"/>
    <dgm:cxn modelId="{999AB2C8-D578-404A-A6C8-2A756400A3B2}" srcId="{0C3A0C11-2361-4AF4-8850-F0FE9BA3A2B9}" destId="{7526231E-B3D7-430C-9E49-DD8D856FDAEE}" srcOrd="2" destOrd="0" parTransId="{42852132-6E6F-404B-BC0C-B29BD4D27427}" sibTransId="{E9280276-0FDB-4214-9A72-865D38AB3E7F}"/>
    <dgm:cxn modelId="{6ECE67CA-C342-4DCB-A0B9-2A80490AD636}" type="presOf" srcId="{BFDD1C76-0CCA-4228-86A6-5FECAD8B6641}" destId="{D779DC34-FB73-42DF-BC2B-319BCCA50B4B}" srcOrd="0" destOrd="1" presId="urn:microsoft.com/office/officeart/2016/7/layout/HorizontalActionList"/>
    <dgm:cxn modelId="{66212CD3-ACDC-42D5-BE14-B6AC87022EB0}" srcId="{F7B4C0BE-345A-4812-9A06-0750AF508F1B}" destId="{BA2988DD-6A25-43A3-B7B4-7936EBCBA628}" srcOrd="0" destOrd="0" parTransId="{950B2902-240C-4FF8-9B45-1B15322A2E27}" sibTransId="{C8591686-CC4C-400C-9BCC-92AAAE9BA596}"/>
    <dgm:cxn modelId="{89966AEA-B1F8-4E22-BF17-FAFD1C56A45D}" srcId="{3628B286-A96C-4E51-8E88-81CA017A4D00}" destId="{9AE48654-D39D-4460-A6CE-694055FE80CC}" srcOrd="1" destOrd="0" parTransId="{5B2B11FB-640A-4A26-B650-349F050520C5}" sibTransId="{73652CFF-177A-462F-8E8B-B8C6010FC8BC}"/>
    <dgm:cxn modelId="{754A37E8-22C4-430E-AE78-BFF60488DE30}" type="presParOf" srcId="{8A207F7C-28D4-4CC8-B56F-6EE5ACE6A5EE}" destId="{6FC29B19-5C1F-4EDD-B743-E32B634C3829}" srcOrd="0" destOrd="0" presId="urn:microsoft.com/office/officeart/2016/7/layout/HorizontalActionList"/>
    <dgm:cxn modelId="{0CE642F5-FD38-40FB-BFD1-21E1C8B2D16A}" type="presParOf" srcId="{6FC29B19-5C1F-4EDD-B743-E32B634C3829}" destId="{980C2F2E-00B5-487E-A151-3508D01D1599}" srcOrd="0" destOrd="0" presId="urn:microsoft.com/office/officeart/2016/7/layout/HorizontalActionList"/>
    <dgm:cxn modelId="{925B2876-7088-40B0-93A2-088FDA3E6ACD}" type="presParOf" srcId="{6FC29B19-5C1F-4EDD-B743-E32B634C3829}" destId="{D779DC34-FB73-42DF-BC2B-319BCCA50B4B}" srcOrd="1" destOrd="0" presId="urn:microsoft.com/office/officeart/2016/7/layout/HorizontalActionList"/>
    <dgm:cxn modelId="{6806058C-289C-4073-8CDC-5A630776E201}" type="presParOf" srcId="{8A207F7C-28D4-4CC8-B56F-6EE5ACE6A5EE}" destId="{F5A4E602-F840-4F52-8AB6-C69A600A8461}" srcOrd="1" destOrd="0" presId="urn:microsoft.com/office/officeart/2016/7/layout/HorizontalActionList"/>
    <dgm:cxn modelId="{8511C903-7963-46FB-9DDA-159A0E83BC11}" type="presParOf" srcId="{8A207F7C-28D4-4CC8-B56F-6EE5ACE6A5EE}" destId="{E4241C12-E2FC-4802-B557-464D0D060DE8}" srcOrd="2" destOrd="0" presId="urn:microsoft.com/office/officeart/2016/7/layout/HorizontalActionList"/>
    <dgm:cxn modelId="{4E870718-C1D0-4F1B-ACF1-4694DD086768}" type="presParOf" srcId="{E4241C12-E2FC-4802-B557-464D0D060DE8}" destId="{751215CF-CFC2-490B-BD59-DDA0BD1C3513}" srcOrd="0" destOrd="0" presId="urn:microsoft.com/office/officeart/2016/7/layout/HorizontalActionList"/>
    <dgm:cxn modelId="{BD00C7DF-417F-4448-AAAC-A74042522251}" type="presParOf" srcId="{E4241C12-E2FC-4802-B557-464D0D060DE8}" destId="{971EEFF0-5275-45CC-82F8-90903064CA6D}" srcOrd="1" destOrd="0" presId="urn:microsoft.com/office/officeart/2016/7/layout/HorizontalActionList"/>
    <dgm:cxn modelId="{66C3308F-B460-4593-A21D-7AE7C968C603}" type="presParOf" srcId="{8A207F7C-28D4-4CC8-B56F-6EE5ACE6A5EE}" destId="{E839DAA2-40DF-461B-88F4-389CDC719DC3}" srcOrd="3" destOrd="0" presId="urn:microsoft.com/office/officeart/2016/7/layout/HorizontalActionList"/>
    <dgm:cxn modelId="{1504CA25-A4B7-446F-9C06-1F35AAE184DD}" type="presParOf" srcId="{8A207F7C-28D4-4CC8-B56F-6EE5ACE6A5EE}" destId="{50E752F5-1EE9-4A32-818B-C90B7E1F2D9F}" srcOrd="4" destOrd="0" presId="urn:microsoft.com/office/officeart/2016/7/layout/HorizontalActionList"/>
    <dgm:cxn modelId="{F4C08D7F-B758-4B13-9395-8EA70A21ACF5}" type="presParOf" srcId="{50E752F5-1EE9-4A32-818B-C90B7E1F2D9F}" destId="{EDAB759D-F0E9-4F31-BFB5-0286FDBDD9EB}" srcOrd="0" destOrd="0" presId="urn:microsoft.com/office/officeart/2016/7/layout/HorizontalActionList"/>
    <dgm:cxn modelId="{19660880-E17A-417B-8295-151E3F5FDF12}" type="presParOf" srcId="{50E752F5-1EE9-4A32-818B-C90B7E1F2D9F}" destId="{7DCD87A3-3B9D-464F-A650-81E7C549264A}" srcOrd="1" destOrd="0" presId="urn:microsoft.com/office/officeart/2016/7/layout/HorizontalActionList"/>
    <dgm:cxn modelId="{30929FFE-3371-48B3-A2B4-97D3E44D8888}" type="presParOf" srcId="{8A207F7C-28D4-4CC8-B56F-6EE5ACE6A5EE}" destId="{59A3D0C9-70B7-4666-A14C-E0EF5FBE6885}" srcOrd="5" destOrd="0" presId="urn:microsoft.com/office/officeart/2016/7/layout/HorizontalActionList"/>
    <dgm:cxn modelId="{2EBA9D68-2BB1-4040-930B-E7B16F458494}" type="presParOf" srcId="{8A207F7C-28D4-4CC8-B56F-6EE5ACE6A5EE}" destId="{6AEB6238-41A3-41D7-B11A-F35B88F952A8}" srcOrd="6" destOrd="0" presId="urn:microsoft.com/office/officeart/2016/7/layout/HorizontalActionList"/>
    <dgm:cxn modelId="{3F079C13-630D-46BE-A077-D34DA2BB5083}" type="presParOf" srcId="{6AEB6238-41A3-41D7-B11A-F35B88F952A8}" destId="{16595E7E-8467-4675-9BAA-294436361FE2}" srcOrd="0" destOrd="0" presId="urn:microsoft.com/office/officeart/2016/7/layout/HorizontalActionList"/>
    <dgm:cxn modelId="{25328721-5845-4D0B-B190-98EFD919BB84}" type="presParOf" srcId="{6AEB6238-41A3-41D7-B11A-F35B88F952A8}" destId="{3983A062-A5F2-429B-80CF-32EE75DAD0E7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E74967-A89E-4E55-938D-45D01D1DAE60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E7D0C8B-2D15-4839-9B7F-584D6E3A5534}">
      <dgm:prSet/>
      <dgm:spPr/>
      <dgm:t>
        <a:bodyPr/>
        <a:lstStyle/>
        <a:p>
          <a:r>
            <a:rPr lang="en-US" b="1" i="0" baseline="0"/>
            <a:t>nventory Management</a:t>
          </a:r>
          <a:endParaRPr lang="en-US"/>
        </a:p>
      </dgm:t>
    </dgm:pt>
    <dgm:pt modelId="{682A3210-3B87-4191-B9A1-2942AB801D27}" type="parTrans" cxnId="{50AD771B-A479-4DAD-98D7-38B3BCC2945A}">
      <dgm:prSet/>
      <dgm:spPr/>
      <dgm:t>
        <a:bodyPr/>
        <a:lstStyle/>
        <a:p>
          <a:endParaRPr lang="en-US"/>
        </a:p>
      </dgm:t>
    </dgm:pt>
    <dgm:pt modelId="{7167F130-47DB-40E9-9F3C-46A71AF8B122}" type="sibTrans" cxnId="{50AD771B-A479-4DAD-98D7-38B3BCC2945A}">
      <dgm:prSet/>
      <dgm:spPr/>
      <dgm:t>
        <a:bodyPr/>
        <a:lstStyle/>
        <a:p>
          <a:endParaRPr lang="en-US"/>
        </a:p>
      </dgm:t>
    </dgm:pt>
    <dgm:pt modelId="{BDD6F63C-71F3-4DC7-870B-ABEC43F35CB2}">
      <dgm:prSet/>
      <dgm:spPr/>
      <dgm:t>
        <a:bodyPr/>
        <a:lstStyle/>
        <a:p>
          <a:r>
            <a:rPr lang="en-US" b="0" i="0" baseline="0"/>
            <a:t>Add new products</a:t>
          </a:r>
          <a:endParaRPr lang="en-US"/>
        </a:p>
      </dgm:t>
    </dgm:pt>
    <dgm:pt modelId="{4B8EAE65-C894-41BA-AD39-0BB4A3CC0B73}" type="parTrans" cxnId="{57DCAD1B-1EDA-4693-9BFC-CA8AD3A64029}">
      <dgm:prSet/>
      <dgm:spPr/>
      <dgm:t>
        <a:bodyPr/>
        <a:lstStyle/>
        <a:p>
          <a:endParaRPr lang="en-US"/>
        </a:p>
      </dgm:t>
    </dgm:pt>
    <dgm:pt modelId="{4C9ADA68-3BF9-4B96-951E-D7ADCAAB50D8}" type="sibTrans" cxnId="{57DCAD1B-1EDA-4693-9BFC-CA8AD3A64029}">
      <dgm:prSet/>
      <dgm:spPr/>
      <dgm:t>
        <a:bodyPr/>
        <a:lstStyle/>
        <a:p>
          <a:endParaRPr lang="en-US"/>
        </a:p>
      </dgm:t>
    </dgm:pt>
    <dgm:pt modelId="{EA9303B0-997F-45E8-9D97-3D487502953D}">
      <dgm:prSet/>
      <dgm:spPr/>
      <dgm:t>
        <a:bodyPr/>
        <a:lstStyle/>
        <a:p>
          <a:r>
            <a:rPr lang="en-US" b="0" i="0" baseline="0"/>
            <a:t>Update existing products</a:t>
          </a:r>
          <a:endParaRPr lang="en-US"/>
        </a:p>
      </dgm:t>
    </dgm:pt>
    <dgm:pt modelId="{F53C5152-3CA9-4A1B-8FF7-6A78B4C5320A}" type="parTrans" cxnId="{AB9D98AE-3C15-46FD-8633-628C03294F97}">
      <dgm:prSet/>
      <dgm:spPr/>
      <dgm:t>
        <a:bodyPr/>
        <a:lstStyle/>
        <a:p>
          <a:endParaRPr lang="en-US"/>
        </a:p>
      </dgm:t>
    </dgm:pt>
    <dgm:pt modelId="{A3BE34B2-8973-430E-9DCD-E4B94D07F894}" type="sibTrans" cxnId="{AB9D98AE-3C15-46FD-8633-628C03294F97}">
      <dgm:prSet/>
      <dgm:spPr/>
      <dgm:t>
        <a:bodyPr/>
        <a:lstStyle/>
        <a:p>
          <a:endParaRPr lang="en-US"/>
        </a:p>
      </dgm:t>
    </dgm:pt>
    <dgm:pt modelId="{BCDC29BB-3A9C-41D0-9B16-504BA753F789}">
      <dgm:prSet/>
      <dgm:spPr/>
      <dgm:t>
        <a:bodyPr/>
        <a:lstStyle/>
        <a:p>
          <a:r>
            <a:rPr lang="en-US" b="0" i="0" baseline="0"/>
            <a:t>Remove discontinued items</a:t>
          </a:r>
          <a:endParaRPr lang="en-US"/>
        </a:p>
      </dgm:t>
    </dgm:pt>
    <dgm:pt modelId="{618859F3-85E1-4A67-A416-A535D2DC633C}" type="parTrans" cxnId="{77F6380B-3A93-4CDC-8AE7-2D942B7AED7F}">
      <dgm:prSet/>
      <dgm:spPr/>
      <dgm:t>
        <a:bodyPr/>
        <a:lstStyle/>
        <a:p>
          <a:endParaRPr lang="en-US"/>
        </a:p>
      </dgm:t>
    </dgm:pt>
    <dgm:pt modelId="{DC9B7406-356D-4775-90D9-0ED800086418}" type="sibTrans" cxnId="{77F6380B-3A93-4CDC-8AE7-2D942B7AED7F}">
      <dgm:prSet/>
      <dgm:spPr/>
      <dgm:t>
        <a:bodyPr/>
        <a:lstStyle/>
        <a:p>
          <a:endParaRPr lang="en-US"/>
        </a:p>
      </dgm:t>
    </dgm:pt>
    <dgm:pt modelId="{057A0CD2-1E51-400D-AC64-5E2E43BAF77B}">
      <dgm:prSet/>
      <dgm:spPr/>
      <dgm:t>
        <a:bodyPr/>
        <a:lstStyle/>
        <a:p>
          <a:r>
            <a:rPr lang="en-US" b="0" i="0" baseline="0"/>
            <a:t>Stock level management</a:t>
          </a:r>
          <a:endParaRPr lang="en-US"/>
        </a:p>
      </dgm:t>
    </dgm:pt>
    <dgm:pt modelId="{51F96B89-5E6C-4A43-A55E-F275D370E19D}" type="parTrans" cxnId="{96C9ECE6-935C-425A-B3FD-FCDBB85E8D86}">
      <dgm:prSet/>
      <dgm:spPr/>
      <dgm:t>
        <a:bodyPr/>
        <a:lstStyle/>
        <a:p>
          <a:endParaRPr lang="en-US"/>
        </a:p>
      </dgm:t>
    </dgm:pt>
    <dgm:pt modelId="{06EF64D7-47B8-426B-A191-F7B2555ADF20}" type="sibTrans" cxnId="{96C9ECE6-935C-425A-B3FD-FCDBB85E8D86}">
      <dgm:prSet/>
      <dgm:spPr/>
      <dgm:t>
        <a:bodyPr/>
        <a:lstStyle/>
        <a:p>
          <a:endParaRPr lang="en-US"/>
        </a:p>
      </dgm:t>
    </dgm:pt>
    <dgm:pt modelId="{66E77F20-EF6C-4C94-AB3F-23BAF38455C4}">
      <dgm:prSet/>
      <dgm:spPr/>
      <dgm:t>
        <a:bodyPr/>
        <a:lstStyle/>
        <a:p>
          <a:r>
            <a:rPr lang="en-US" b="1" i="0" baseline="0"/>
            <a:t>Order Management</a:t>
          </a:r>
          <a:endParaRPr lang="en-US"/>
        </a:p>
      </dgm:t>
    </dgm:pt>
    <dgm:pt modelId="{6CF70A30-AB7C-404E-8D9C-FC00B0E3AE62}" type="parTrans" cxnId="{9B36AEBD-5B92-4137-A08E-B72F1E3A072A}">
      <dgm:prSet/>
      <dgm:spPr/>
      <dgm:t>
        <a:bodyPr/>
        <a:lstStyle/>
        <a:p>
          <a:endParaRPr lang="en-US"/>
        </a:p>
      </dgm:t>
    </dgm:pt>
    <dgm:pt modelId="{AB105DD7-5671-4AC0-92BC-6B30551EC74C}" type="sibTrans" cxnId="{9B36AEBD-5B92-4137-A08E-B72F1E3A072A}">
      <dgm:prSet/>
      <dgm:spPr/>
      <dgm:t>
        <a:bodyPr/>
        <a:lstStyle/>
        <a:p>
          <a:endParaRPr lang="en-US"/>
        </a:p>
      </dgm:t>
    </dgm:pt>
    <dgm:pt modelId="{2D411DA6-7DD5-4DF2-8F19-6BA28D1D461F}">
      <dgm:prSet/>
      <dgm:spPr/>
      <dgm:t>
        <a:bodyPr/>
        <a:lstStyle/>
        <a:p>
          <a:r>
            <a:rPr lang="en-US" b="0" i="0" baseline="0"/>
            <a:t>View all customer orders</a:t>
          </a:r>
          <a:endParaRPr lang="en-US"/>
        </a:p>
      </dgm:t>
    </dgm:pt>
    <dgm:pt modelId="{AE9B8449-6A23-4A60-8441-E476755D6F4F}" type="parTrans" cxnId="{8131B102-CA1C-4002-A137-42B19FE74AC9}">
      <dgm:prSet/>
      <dgm:spPr/>
      <dgm:t>
        <a:bodyPr/>
        <a:lstStyle/>
        <a:p>
          <a:endParaRPr lang="en-US"/>
        </a:p>
      </dgm:t>
    </dgm:pt>
    <dgm:pt modelId="{B3ADAA2E-98DD-4580-B3EC-6FBB4FBB86FA}" type="sibTrans" cxnId="{8131B102-CA1C-4002-A137-42B19FE74AC9}">
      <dgm:prSet/>
      <dgm:spPr/>
      <dgm:t>
        <a:bodyPr/>
        <a:lstStyle/>
        <a:p>
          <a:endParaRPr lang="en-US"/>
        </a:p>
      </dgm:t>
    </dgm:pt>
    <dgm:pt modelId="{6C0E321A-DFA6-40DF-9E9A-5ADEAE22F09F}">
      <dgm:prSet/>
      <dgm:spPr/>
      <dgm:t>
        <a:bodyPr/>
        <a:lstStyle/>
        <a:p>
          <a:r>
            <a:rPr lang="en-US" b="0" i="0" baseline="0"/>
            <a:t>Update order status (processing → shipped → delivered)</a:t>
          </a:r>
          <a:endParaRPr lang="en-US"/>
        </a:p>
      </dgm:t>
    </dgm:pt>
    <dgm:pt modelId="{91A9F8A8-A462-4ABD-96FD-A4D52DAD621D}" type="parTrans" cxnId="{DD3E3B69-5CB0-45A7-8D54-0F1AEAE951E3}">
      <dgm:prSet/>
      <dgm:spPr/>
      <dgm:t>
        <a:bodyPr/>
        <a:lstStyle/>
        <a:p>
          <a:endParaRPr lang="en-US"/>
        </a:p>
      </dgm:t>
    </dgm:pt>
    <dgm:pt modelId="{71F989C3-1110-46D0-9532-F06ACF33D674}" type="sibTrans" cxnId="{DD3E3B69-5CB0-45A7-8D54-0F1AEAE951E3}">
      <dgm:prSet/>
      <dgm:spPr/>
      <dgm:t>
        <a:bodyPr/>
        <a:lstStyle/>
        <a:p>
          <a:endParaRPr lang="en-US"/>
        </a:p>
      </dgm:t>
    </dgm:pt>
    <dgm:pt modelId="{E1535F16-A829-462B-93B3-D8AD6C421368}">
      <dgm:prSet/>
      <dgm:spPr/>
      <dgm:t>
        <a:bodyPr/>
        <a:lstStyle/>
        <a:p>
          <a:r>
            <a:rPr lang="en-US" b="0" i="0" baseline="0"/>
            <a:t>Sales monitoring</a:t>
          </a:r>
          <a:endParaRPr lang="en-US"/>
        </a:p>
      </dgm:t>
    </dgm:pt>
    <dgm:pt modelId="{4DE7D60A-3DDC-4157-A3D9-D906A6512637}" type="parTrans" cxnId="{7E2CBC41-6EF7-4571-A2BE-57E8B86CA157}">
      <dgm:prSet/>
      <dgm:spPr/>
      <dgm:t>
        <a:bodyPr/>
        <a:lstStyle/>
        <a:p>
          <a:endParaRPr lang="en-US"/>
        </a:p>
      </dgm:t>
    </dgm:pt>
    <dgm:pt modelId="{E0344DF0-B482-45F2-B7E9-5463E7E4AAC0}" type="sibTrans" cxnId="{7E2CBC41-6EF7-4571-A2BE-57E8B86CA157}">
      <dgm:prSet/>
      <dgm:spPr/>
      <dgm:t>
        <a:bodyPr/>
        <a:lstStyle/>
        <a:p>
          <a:endParaRPr lang="en-US"/>
        </a:p>
      </dgm:t>
    </dgm:pt>
    <dgm:pt modelId="{0A3D834B-F1D4-458E-8422-90766093CA62}">
      <dgm:prSet/>
      <dgm:spPr/>
      <dgm:t>
        <a:bodyPr/>
        <a:lstStyle/>
        <a:p>
          <a:r>
            <a:rPr lang="en-US" b="1" i="0" baseline="0"/>
            <a:t>User Management</a:t>
          </a:r>
          <a:endParaRPr lang="en-US"/>
        </a:p>
      </dgm:t>
    </dgm:pt>
    <dgm:pt modelId="{666C67D5-F264-4D9D-A4FC-C7E82CF8EFEE}" type="parTrans" cxnId="{96650E97-A9F5-46E2-B399-D648897D763E}">
      <dgm:prSet/>
      <dgm:spPr/>
      <dgm:t>
        <a:bodyPr/>
        <a:lstStyle/>
        <a:p>
          <a:endParaRPr lang="en-US"/>
        </a:p>
      </dgm:t>
    </dgm:pt>
    <dgm:pt modelId="{6C36DE67-11E3-48F4-9445-C3398FAAEE51}" type="sibTrans" cxnId="{96650E97-A9F5-46E2-B399-D648897D763E}">
      <dgm:prSet/>
      <dgm:spPr/>
      <dgm:t>
        <a:bodyPr/>
        <a:lstStyle/>
        <a:p>
          <a:endParaRPr lang="en-US"/>
        </a:p>
      </dgm:t>
    </dgm:pt>
    <dgm:pt modelId="{301C42F4-8124-49B2-A43B-6941DEDEF37F}">
      <dgm:prSet/>
      <dgm:spPr/>
      <dgm:t>
        <a:bodyPr/>
        <a:lstStyle/>
        <a:p>
          <a:r>
            <a:rPr lang="en-US" b="0" i="0" baseline="0"/>
            <a:t>View registered users</a:t>
          </a:r>
          <a:endParaRPr lang="en-US"/>
        </a:p>
      </dgm:t>
    </dgm:pt>
    <dgm:pt modelId="{DB5F1F0E-63AE-47C1-A8E1-F811C89671AD}" type="parTrans" cxnId="{2563A76C-98C0-4736-A9A2-BA61C08AC56B}">
      <dgm:prSet/>
      <dgm:spPr/>
      <dgm:t>
        <a:bodyPr/>
        <a:lstStyle/>
        <a:p>
          <a:endParaRPr lang="en-US"/>
        </a:p>
      </dgm:t>
    </dgm:pt>
    <dgm:pt modelId="{EAA1535C-0502-4536-ACA0-4A798351582D}" type="sibTrans" cxnId="{2563A76C-98C0-4736-A9A2-BA61C08AC56B}">
      <dgm:prSet/>
      <dgm:spPr/>
      <dgm:t>
        <a:bodyPr/>
        <a:lstStyle/>
        <a:p>
          <a:endParaRPr lang="en-US"/>
        </a:p>
      </dgm:t>
    </dgm:pt>
    <dgm:pt modelId="{9BFE2FEA-CEB1-47DA-B0D6-BB797E2201B9}">
      <dgm:prSet/>
      <dgm:spPr/>
      <dgm:t>
        <a:bodyPr/>
        <a:lstStyle/>
        <a:p>
          <a:r>
            <a:rPr lang="en-US" b="0" i="0" baseline="0"/>
            <a:t>Monitor user activities</a:t>
          </a:r>
          <a:endParaRPr lang="en-US"/>
        </a:p>
      </dgm:t>
    </dgm:pt>
    <dgm:pt modelId="{F52047DC-019E-4AE7-9EBC-C5AB40BC924F}" type="parTrans" cxnId="{5E19BCBD-AAB9-4A30-8ED7-60EE1421FF7F}">
      <dgm:prSet/>
      <dgm:spPr/>
      <dgm:t>
        <a:bodyPr/>
        <a:lstStyle/>
        <a:p>
          <a:endParaRPr lang="en-US"/>
        </a:p>
      </dgm:t>
    </dgm:pt>
    <dgm:pt modelId="{982BBC52-B85D-4BAC-B710-4148216D42DC}" type="sibTrans" cxnId="{5E19BCBD-AAB9-4A30-8ED7-60EE1421FF7F}">
      <dgm:prSet/>
      <dgm:spPr/>
      <dgm:t>
        <a:bodyPr/>
        <a:lstStyle/>
        <a:p>
          <a:endParaRPr lang="en-US"/>
        </a:p>
      </dgm:t>
    </dgm:pt>
    <dgm:pt modelId="{D05AC711-88D8-4F0B-82C3-DAC1BB1CFD1A}" type="pres">
      <dgm:prSet presAssocID="{29E74967-A89E-4E55-938D-45D01D1DAE60}" presName="diagram" presStyleCnt="0">
        <dgm:presLayoutVars>
          <dgm:dir/>
          <dgm:resizeHandles val="exact"/>
        </dgm:presLayoutVars>
      </dgm:prSet>
      <dgm:spPr/>
    </dgm:pt>
    <dgm:pt modelId="{086EE554-1DF6-487E-8DC5-87DAA9D32CD6}" type="pres">
      <dgm:prSet presAssocID="{EE7D0C8B-2D15-4839-9B7F-584D6E3A5534}" presName="node" presStyleLbl="node1" presStyleIdx="0" presStyleCnt="12">
        <dgm:presLayoutVars>
          <dgm:bulletEnabled val="1"/>
        </dgm:presLayoutVars>
      </dgm:prSet>
      <dgm:spPr/>
    </dgm:pt>
    <dgm:pt modelId="{7F470F3A-A7EB-4388-AE17-B5236B50F24E}" type="pres">
      <dgm:prSet presAssocID="{7167F130-47DB-40E9-9F3C-46A71AF8B122}" presName="sibTrans" presStyleCnt="0"/>
      <dgm:spPr/>
    </dgm:pt>
    <dgm:pt modelId="{DD1E155C-B53C-4CEB-866A-AB12EF053C87}" type="pres">
      <dgm:prSet presAssocID="{BDD6F63C-71F3-4DC7-870B-ABEC43F35CB2}" presName="node" presStyleLbl="node1" presStyleIdx="1" presStyleCnt="12">
        <dgm:presLayoutVars>
          <dgm:bulletEnabled val="1"/>
        </dgm:presLayoutVars>
      </dgm:prSet>
      <dgm:spPr/>
    </dgm:pt>
    <dgm:pt modelId="{6E3136D9-A9F6-4FE7-A47B-7A06D863F494}" type="pres">
      <dgm:prSet presAssocID="{4C9ADA68-3BF9-4B96-951E-D7ADCAAB50D8}" presName="sibTrans" presStyleCnt="0"/>
      <dgm:spPr/>
    </dgm:pt>
    <dgm:pt modelId="{C0E9AD25-F4D8-471D-81FC-26666B848EA4}" type="pres">
      <dgm:prSet presAssocID="{EA9303B0-997F-45E8-9D97-3D487502953D}" presName="node" presStyleLbl="node1" presStyleIdx="2" presStyleCnt="12">
        <dgm:presLayoutVars>
          <dgm:bulletEnabled val="1"/>
        </dgm:presLayoutVars>
      </dgm:prSet>
      <dgm:spPr/>
    </dgm:pt>
    <dgm:pt modelId="{C9C9B8EB-8EE3-45BC-A0DC-FFB1211C16C5}" type="pres">
      <dgm:prSet presAssocID="{A3BE34B2-8973-430E-9DCD-E4B94D07F894}" presName="sibTrans" presStyleCnt="0"/>
      <dgm:spPr/>
    </dgm:pt>
    <dgm:pt modelId="{AEC81F9A-2A2A-4AE6-AC72-B608EBE44F2F}" type="pres">
      <dgm:prSet presAssocID="{BCDC29BB-3A9C-41D0-9B16-504BA753F789}" presName="node" presStyleLbl="node1" presStyleIdx="3" presStyleCnt="12">
        <dgm:presLayoutVars>
          <dgm:bulletEnabled val="1"/>
        </dgm:presLayoutVars>
      </dgm:prSet>
      <dgm:spPr/>
    </dgm:pt>
    <dgm:pt modelId="{290CB319-3434-4FC2-AF2D-77A4449EC83D}" type="pres">
      <dgm:prSet presAssocID="{DC9B7406-356D-4775-90D9-0ED800086418}" presName="sibTrans" presStyleCnt="0"/>
      <dgm:spPr/>
    </dgm:pt>
    <dgm:pt modelId="{B6FD0060-32A8-423C-A152-E62BF2F06049}" type="pres">
      <dgm:prSet presAssocID="{057A0CD2-1E51-400D-AC64-5E2E43BAF77B}" presName="node" presStyleLbl="node1" presStyleIdx="4" presStyleCnt="12">
        <dgm:presLayoutVars>
          <dgm:bulletEnabled val="1"/>
        </dgm:presLayoutVars>
      </dgm:prSet>
      <dgm:spPr/>
    </dgm:pt>
    <dgm:pt modelId="{0E264E7F-E3F8-4DDE-A516-352C365F80E0}" type="pres">
      <dgm:prSet presAssocID="{06EF64D7-47B8-426B-A191-F7B2555ADF20}" presName="sibTrans" presStyleCnt="0"/>
      <dgm:spPr/>
    </dgm:pt>
    <dgm:pt modelId="{565ADE6B-CFE0-47B4-A6E4-9B08A0A3EF9A}" type="pres">
      <dgm:prSet presAssocID="{66E77F20-EF6C-4C94-AB3F-23BAF38455C4}" presName="node" presStyleLbl="node1" presStyleIdx="5" presStyleCnt="12">
        <dgm:presLayoutVars>
          <dgm:bulletEnabled val="1"/>
        </dgm:presLayoutVars>
      </dgm:prSet>
      <dgm:spPr/>
    </dgm:pt>
    <dgm:pt modelId="{C61FD487-1C9B-4B7A-9677-D94D96FAFF4A}" type="pres">
      <dgm:prSet presAssocID="{AB105DD7-5671-4AC0-92BC-6B30551EC74C}" presName="sibTrans" presStyleCnt="0"/>
      <dgm:spPr/>
    </dgm:pt>
    <dgm:pt modelId="{EDE7212C-E21C-4A68-ADD3-43E7B47E2DC7}" type="pres">
      <dgm:prSet presAssocID="{2D411DA6-7DD5-4DF2-8F19-6BA28D1D461F}" presName="node" presStyleLbl="node1" presStyleIdx="6" presStyleCnt="12">
        <dgm:presLayoutVars>
          <dgm:bulletEnabled val="1"/>
        </dgm:presLayoutVars>
      </dgm:prSet>
      <dgm:spPr/>
    </dgm:pt>
    <dgm:pt modelId="{04A44B29-CCC5-48FF-A531-DEF9880510AA}" type="pres">
      <dgm:prSet presAssocID="{B3ADAA2E-98DD-4580-B3EC-6FBB4FBB86FA}" presName="sibTrans" presStyleCnt="0"/>
      <dgm:spPr/>
    </dgm:pt>
    <dgm:pt modelId="{6D0A5A22-9F10-4CC9-BD28-594A01471AC0}" type="pres">
      <dgm:prSet presAssocID="{6C0E321A-DFA6-40DF-9E9A-5ADEAE22F09F}" presName="node" presStyleLbl="node1" presStyleIdx="7" presStyleCnt="12">
        <dgm:presLayoutVars>
          <dgm:bulletEnabled val="1"/>
        </dgm:presLayoutVars>
      </dgm:prSet>
      <dgm:spPr/>
    </dgm:pt>
    <dgm:pt modelId="{1B3DAA9D-7A3D-4398-A155-D324AEBC8539}" type="pres">
      <dgm:prSet presAssocID="{71F989C3-1110-46D0-9532-F06ACF33D674}" presName="sibTrans" presStyleCnt="0"/>
      <dgm:spPr/>
    </dgm:pt>
    <dgm:pt modelId="{BD4CFAC4-E492-4549-9BE2-43CA807FBCBC}" type="pres">
      <dgm:prSet presAssocID="{E1535F16-A829-462B-93B3-D8AD6C421368}" presName="node" presStyleLbl="node1" presStyleIdx="8" presStyleCnt="12">
        <dgm:presLayoutVars>
          <dgm:bulletEnabled val="1"/>
        </dgm:presLayoutVars>
      </dgm:prSet>
      <dgm:spPr/>
    </dgm:pt>
    <dgm:pt modelId="{85331E44-430D-4B91-8CB5-443EC69E2B0B}" type="pres">
      <dgm:prSet presAssocID="{E0344DF0-B482-45F2-B7E9-5463E7E4AAC0}" presName="sibTrans" presStyleCnt="0"/>
      <dgm:spPr/>
    </dgm:pt>
    <dgm:pt modelId="{E8BD5B9C-6C2E-496B-AEFD-D8A02C13B7EB}" type="pres">
      <dgm:prSet presAssocID="{0A3D834B-F1D4-458E-8422-90766093CA62}" presName="node" presStyleLbl="node1" presStyleIdx="9" presStyleCnt="12">
        <dgm:presLayoutVars>
          <dgm:bulletEnabled val="1"/>
        </dgm:presLayoutVars>
      </dgm:prSet>
      <dgm:spPr/>
    </dgm:pt>
    <dgm:pt modelId="{E07A9D62-5D45-414F-8480-074CEBCEF8A0}" type="pres">
      <dgm:prSet presAssocID="{6C36DE67-11E3-48F4-9445-C3398FAAEE51}" presName="sibTrans" presStyleCnt="0"/>
      <dgm:spPr/>
    </dgm:pt>
    <dgm:pt modelId="{63A35ADF-93B8-4CD2-94AC-D22C8F482F67}" type="pres">
      <dgm:prSet presAssocID="{301C42F4-8124-49B2-A43B-6941DEDEF37F}" presName="node" presStyleLbl="node1" presStyleIdx="10" presStyleCnt="12">
        <dgm:presLayoutVars>
          <dgm:bulletEnabled val="1"/>
        </dgm:presLayoutVars>
      </dgm:prSet>
      <dgm:spPr/>
    </dgm:pt>
    <dgm:pt modelId="{79ED8340-25E7-498E-B8B9-A448AD837349}" type="pres">
      <dgm:prSet presAssocID="{EAA1535C-0502-4536-ACA0-4A798351582D}" presName="sibTrans" presStyleCnt="0"/>
      <dgm:spPr/>
    </dgm:pt>
    <dgm:pt modelId="{27133F0F-5D98-4B78-9DE0-4347DD53F8AB}" type="pres">
      <dgm:prSet presAssocID="{9BFE2FEA-CEB1-47DA-B0D6-BB797E2201B9}" presName="node" presStyleLbl="node1" presStyleIdx="11" presStyleCnt="12">
        <dgm:presLayoutVars>
          <dgm:bulletEnabled val="1"/>
        </dgm:presLayoutVars>
      </dgm:prSet>
      <dgm:spPr/>
    </dgm:pt>
  </dgm:ptLst>
  <dgm:cxnLst>
    <dgm:cxn modelId="{8131B102-CA1C-4002-A137-42B19FE74AC9}" srcId="{29E74967-A89E-4E55-938D-45D01D1DAE60}" destId="{2D411DA6-7DD5-4DF2-8F19-6BA28D1D461F}" srcOrd="6" destOrd="0" parTransId="{AE9B8449-6A23-4A60-8441-E476755D6F4F}" sibTransId="{B3ADAA2E-98DD-4580-B3EC-6FBB4FBB86FA}"/>
    <dgm:cxn modelId="{77F6380B-3A93-4CDC-8AE7-2D942B7AED7F}" srcId="{29E74967-A89E-4E55-938D-45D01D1DAE60}" destId="{BCDC29BB-3A9C-41D0-9B16-504BA753F789}" srcOrd="3" destOrd="0" parTransId="{618859F3-85E1-4A67-A416-A535D2DC633C}" sibTransId="{DC9B7406-356D-4775-90D9-0ED800086418}"/>
    <dgm:cxn modelId="{50AD771B-A479-4DAD-98D7-38B3BCC2945A}" srcId="{29E74967-A89E-4E55-938D-45D01D1DAE60}" destId="{EE7D0C8B-2D15-4839-9B7F-584D6E3A5534}" srcOrd="0" destOrd="0" parTransId="{682A3210-3B87-4191-B9A1-2942AB801D27}" sibTransId="{7167F130-47DB-40E9-9F3C-46A71AF8B122}"/>
    <dgm:cxn modelId="{57DCAD1B-1EDA-4693-9BFC-CA8AD3A64029}" srcId="{29E74967-A89E-4E55-938D-45D01D1DAE60}" destId="{BDD6F63C-71F3-4DC7-870B-ABEC43F35CB2}" srcOrd="1" destOrd="0" parTransId="{4B8EAE65-C894-41BA-AD39-0BB4A3CC0B73}" sibTransId="{4C9ADA68-3BF9-4B96-951E-D7ADCAAB50D8}"/>
    <dgm:cxn modelId="{B5F73E35-6EAD-4652-99F5-07EDCA7658C6}" type="presOf" srcId="{301C42F4-8124-49B2-A43B-6941DEDEF37F}" destId="{63A35ADF-93B8-4CD2-94AC-D22C8F482F67}" srcOrd="0" destOrd="0" presId="urn:microsoft.com/office/officeart/2005/8/layout/default"/>
    <dgm:cxn modelId="{9DB8AD3C-9D1B-487E-AEC4-D860FD0FD4F0}" type="presOf" srcId="{29E74967-A89E-4E55-938D-45D01D1DAE60}" destId="{D05AC711-88D8-4F0B-82C3-DAC1BB1CFD1A}" srcOrd="0" destOrd="0" presId="urn:microsoft.com/office/officeart/2005/8/layout/default"/>
    <dgm:cxn modelId="{5D38A35B-4321-4B58-855E-1C3B550E9CA4}" type="presOf" srcId="{2D411DA6-7DD5-4DF2-8F19-6BA28D1D461F}" destId="{EDE7212C-E21C-4A68-ADD3-43E7B47E2DC7}" srcOrd="0" destOrd="0" presId="urn:microsoft.com/office/officeart/2005/8/layout/default"/>
    <dgm:cxn modelId="{5316C85B-80AF-4948-80A0-6946A181EF4D}" type="presOf" srcId="{E1535F16-A829-462B-93B3-D8AD6C421368}" destId="{BD4CFAC4-E492-4549-9BE2-43CA807FBCBC}" srcOrd="0" destOrd="0" presId="urn:microsoft.com/office/officeart/2005/8/layout/default"/>
    <dgm:cxn modelId="{8FF3645C-5FA2-4137-BC0E-1B085678529E}" type="presOf" srcId="{6C0E321A-DFA6-40DF-9E9A-5ADEAE22F09F}" destId="{6D0A5A22-9F10-4CC9-BD28-594A01471AC0}" srcOrd="0" destOrd="0" presId="urn:microsoft.com/office/officeart/2005/8/layout/default"/>
    <dgm:cxn modelId="{7E2CBC41-6EF7-4571-A2BE-57E8B86CA157}" srcId="{29E74967-A89E-4E55-938D-45D01D1DAE60}" destId="{E1535F16-A829-462B-93B3-D8AD6C421368}" srcOrd="8" destOrd="0" parTransId="{4DE7D60A-3DDC-4157-A3D9-D906A6512637}" sibTransId="{E0344DF0-B482-45F2-B7E9-5463E7E4AAC0}"/>
    <dgm:cxn modelId="{175C1747-4648-49E8-B905-5C4CF1F4A2DC}" type="presOf" srcId="{BDD6F63C-71F3-4DC7-870B-ABEC43F35CB2}" destId="{DD1E155C-B53C-4CEB-866A-AB12EF053C87}" srcOrd="0" destOrd="0" presId="urn:microsoft.com/office/officeart/2005/8/layout/default"/>
    <dgm:cxn modelId="{DD3E3B69-5CB0-45A7-8D54-0F1AEAE951E3}" srcId="{29E74967-A89E-4E55-938D-45D01D1DAE60}" destId="{6C0E321A-DFA6-40DF-9E9A-5ADEAE22F09F}" srcOrd="7" destOrd="0" parTransId="{91A9F8A8-A462-4ABD-96FD-A4D52DAD621D}" sibTransId="{71F989C3-1110-46D0-9532-F06ACF33D674}"/>
    <dgm:cxn modelId="{C6C8E24B-907A-471B-98B7-B4BFB391660C}" type="presOf" srcId="{EA9303B0-997F-45E8-9D97-3D487502953D}" destId="{C0E9AD25-F4D8-471D-81FC-26666B848EA4}" srcOrd="0" destOrd="0" presId="urn:microsoft.com/office/officeart/2005/8/layout/default"/>
    <dgm:cxn modelId="{2563A76C-98C0-4736-A9A2-BA61C08AC56B}" srcId="{29E74967-A89E-4E55-938D-45D01D1DAE60}" destId="{301C42F4-8124-49B2-A43B-6941DEDEF37F}" srcOrd="10" destOrd="0" parTransId="{DB5F1F0E-63AE-47C1-A8E1-F811C89671AD}" sibTransId="{EAA1535C-0502-4536-ACA0-4A798351582D}"/>
    <dgm:cxn modelId="{40223753-BCA2-4025-BD5C-BEF8E73FDCD4}" type="presOf" srcId="{BCDC29BB-3A9C-41D0-9B16-504BA753F789}" destId="{AEC81F9A-2A2A-4AE6-AC72-B608EBE44F2F}" srcOrd="0" destOrd="0" presId="urn:microsoft.com/office/officeart/2005/8/layout/default"/>
    <dgm:cxn modelId="{F1B59153-666B-4C90-8052-A4EE5286C87E}" type="presOf" srcId="{66E77F20-EF6C-4C94-AB3F-23BAF38455C4}" destId="{565ADE6B-CFE0-47B4-A6E4-9B08A0A3EF9A}" srcOrd="0" destOrd="0" presId="urn:microsoft.com/office/officeart/2005/8/layout/default"/>
    <dgm:cxn modelId="{B9C6E594-A02D-4FB0-AB9B-C578EF4317DA}" type="presOf" srcId="{0A3D834B-F1D4-458E-8422-90766093CA62}" destId="{E8BD5B9C-6C2E-496B-AEFD-D8A02C13B7EB}" srcOrd="0" destOrd="0" presId="urn:microsoft.com/office/officeart/2005/8/layout/default"/>
    <dgm:cxn modelId="{96650E97-A9F5-46E2-B399-D648897D763E}" srcId="{29E74967-A89E-4E55-938D-45D01D1DAE60}" destId="{0A3D834B-F1D4-458E-8422-90766093CA62}" srcOrd="9" destOrd="0" parTransId="{666C67D5-F264-4D9D-A4FC-C7E82CF8EFEE}" sibTransId="{6C36DE67-11E3-48F4-9445-C3398FAAEE51}"/>
    <dgm:cxn modelId="{48DFB998-12EF-4F20-9461-A16066E22042}" type="presOf" srcId="{EE7D0C8B-2D15-4839-9B7F-584D6E3A5534}" destId="{086EE554-1DF6-487E-8DC5-87DAA9D32CD6}" srcOrd="0" destOrd="0" presId="urn:microsoft.com/office/officeart/2005/8/layout/default"/>
    <dgm:cxn modelId="{AB9D98AE-3C15-46FD-8633-628C03294F97}" srcId="{29E74967-A89E-4E55-938D-45D01D1DAE60}" destId="{EA9303B0-997F-45E8-9D97-3D487502953D}" srcOrd="2" destOrd="0" parTransId="{F53C5152-3CA9-4A1B-8FF7-6A78B4C5320A}" sibTransId="{A3BE34B2-8973-430E-9DCD-E4B94D07F894}"/>
    <dgm:cxn modelId="{9B36AEBD-5B92-4137-A08E-B72F1E3A072A}" srcId="{29E74967-A89E-4E55-938D-45D01D1DAE60}" destId="{66E77F20-EF6C-4C94-AB3F-23BAF38455C4}" srcOrd="5" destOrd="0" parTransId="{6CF70A30-AB7C-404E-8D9C-FC00B0E3AE62}" sibTransId="{AB105DD7-5671-4AC0-92BC-6B30551EC74C}"/>
    <dgm:cxn modelId="{5E19BCBD-AAB9-4A30-8ED7-60EE1421FF7F}" srcId="{29E74967-A89E-4E55-938D-45D01D1DAE60}" destId="{9BFE2FEA-CEB1-47DA-B0D6-BB797E2201B9}" srcOrd="11" destOrd="0" parTransId="{F52047DC-019E-4AE7-9EBC-C5AB40BC924F}" sibTransId="{982BBC52-B85D-4BAC-B710-4148216D42DC}"/>
    <dgm:cxn modelId="{5DB4D8D1-30F3-4373-AA3E-073FB8ADBDBC}" type="presOf" srcId="{9BFE2FEA-CEB1-47DA-B0D6-BB797E2201B9}" destId="{27133F0F-5D98-4B78-9DE0-4347DD53F8AB}" srcOrd="0" destOrd="0" presId="urn:microsoft.com/office/officeart/2005/8/layout/default"/>
    <dgm:cxn modelId="{492A57DB-4DA2-43D8-8BF5-F4AD4EFAE181}" type="presOf" srcId="{057A0CD2-1E51-400D-AC64-5E2E43BAF77B}" destId="{B6FD0060-32A8-423C-A152-E62BF2F06049}" srcOrd="0" destOrd="0" presId="urn:microsoft.com/office/officeart/2005/8/layout/default"/>
    <dgm:cxn modelId="{96C9ECE6-935C-425A-B3FD-FCDBB85E8D86}" srcId="{29E74967-A89E-4E55-938D-45D01D1DAE60}" destId="{057A0CD2-1E51-400D-AC64-5E2E43BAF77B}" srcOrd="4" destOrd="0" parTransId="{51F96B89-5E6C-4A43-A55E-F275D370E19D}" sibTransId="{06EF64D7-47B8-426B-A191-F7B2555ADF20}"/>
    <dgm:cxn modelId="{DF092B7A-FE1E-417C-AEE4-7576541DBDCD}" type="presParOf" srcId="{D05AC711-88D8-4F0B-82C3-DAC1BB1CFD1A}" destId="{086EE554-1DF6-487E-8DC5-87DAA9D32CD6}" srcOrd="0" destOrd="0" presId="urn:microsoft.com/office/officeart/2005/8/layout/default"/>
    <dgm:cxn modelId="{1A193D20-3109-44D2-99B4-2C071DD01EBD}" type="presParOf" srcId="{D05AC711-88D8-4F0B-82C3-DAC1BB1CFD1A}" destId="{7F470F3A-A7EB-4388-AE17-B5236B50F24E}" srcOrd="1" destOrd="0" presId="urn:microsoft.com/office/officeart/2005/8/layout/default"/>
    <dgm:cxn modelId="{4EC903F3-72A5-4F74-BA8D-CF31C52FF332}" type="presParOf" srcId="{D05AC711-88D8-4F0B-82C3-DAC1BB1CFD1A}" destId="{DD1E155C-B53C-4CEB-866A-AB12EF053C87}" srcOrd="2" destOrd="0" presId="urn:microsoft.com/office/officeart/2005/8/layout/default"/>
    <dgm:cxn modelId="{20142FE5-5BCE-4E96-B123-055DAF603D51}" type="presParOf" srcId="{D05AC711-88D8-4F0B-82C3-DAC1BB1CFD1A}" destId="{6E3136D9-A9F6-4FE7-A47B-7A06D863F494}" srcOrd="3" destOrd="0" presId="urn:microsoft.com/office/officeart/2005/8/layout/default"/>
    <dgm:cxn modelId="{25C1237A-B7A0-4C1A-B75E-18E198ADFC1D}" type="presParOf" srcId="{D05AC711-88D8-4F0B-82C3-DAC1BB1CFD1A}" destId="{C0E9AD25-F4D8-471D-81FC-26666B848EA4}" srcOrd="4" destOrd="0" presId="urn:microsoft.com/office/officeart/2005/8/layout/default"/>
    <dgm:cxn modelId="{007D394F-20BB-4A91-9A77-A48B0496956D}" type="presParOf" srcId="{D05AC711-88D8-4F0B-82C3-DAC1BB1CFD1A}" destId="{C9C9B8EB-8EE3-45BC-A0DC-FFB1211C16C5}" srcOrd="5" destOrd="0" presId="urn:microsoft.com/office/officeart/2005/8/layout/default"/>
    <dgm:cxn modelId="{0C220F13-BEFE-40C8-AEF9-5D3F98E47BF8}" type="presParOf" srcId="{D05AC711-88D8-4F0B-82C3-DAC1BB1CFD1A}" destId="{AEC81F9A-2A2A-4AE6-AC72-B608EBE44F2F}" srcOrd="6" destOrd="0" presId="urn:microsoft.com/office/officeart/2005/8/layout/default"/>
    <dgm:cxn modelId="{4C76406C-CB7E-4517-8167-A069886619C6}" type="presParOf" srcId="{D05AC711-88D8-4F0B-82C3-DAC1BB1CFD1A}" destId="{290CB319-3434-4FC2-AF2D-77A4449EC83D}" srcOrd="7" destOrd="0" presId="urn:microsoft.com/office/officeart/2005/8/layout/default"/>
    <dgm:cxn modelId="{3525B783-4788-47FA-897E-2CD8A620D96A}" type="presParOf" srcId="{D05AC711-88D8-4F0B-82C3-DAC1BB1CFD1A}" destId="{B6FD0060-32A8-423C-A152-E62BF2F06049}" srcOrd="8" destOrd="0" presId="urn:microsoft.com/office/officeart/2005/8/layout/default"/>
    <dgm:cxn modelId="{16ED39E6-99A4-45F1-B695-EAFFF6BE7B67}" type="presParOf" srcId="{D05AC711-88D8-4F0B-82C3-DAC1BB1CFD1A}" destId="{0E264E7F-E3F8-4DDE-A516-352C365F80E0}" srcOrd="9" destOrd="0" presId="urn:microsoft.com/office/officeart/2005/8/layout/default"/>
    <dgm:cxn modelId="{9A394B80-188C-497E-87E8-325417024DCB}" type="presParOf" srcId="{D05AC711-88D8-4F0B-82C3-DAC1BB1CFD1A}" destId="{565ADE6B-CFE0-47B4-A6E4-9B08A0A3EF9A}" srcOrd="10" destOrd="0" presId="urn:microsoft.com/office/officeart/2005/8/layout/default"/>
    <dgm:cxn modelId="{6AF25123-4C02-40C4-A731-D165B75578E6}" type="presParOf" srcId="{D05AC711-88D8-4F0B-82C3-DAC1BB1CFD1A}" destId="{C61FD487-1C9B-4B7A-9677-D94D96FAFF4A}" srcOrd="11" destOrd="0" presId="urn:microsoft.com/office/officeart/2005/8/layout/default"/>
    <dgm:cxn modelId="{76C3FD63-06DB-4933-A3A8-3824696509D0}" type="presParOf" srcId="{D05AC711-88D8-4F0B-82C3-DAC1BB1CFD1A}" destId="{EDE7212C-E21C-4A68-ADD3-43E7B47E2DC7}" srcOrd="12" destOrd="0" presId="urn:microsoft.com/office/officeart/2005/8/layout/default"/>
    <dgm:cxn modelId="{025AAC5B-08AA-4230-9E6C-ED35EB5E3B2F}" type="presParOf" srcId="{D05AC711-88D8-4F0B-82C3-DAC1BB1CFD1A}" destId="{04A44B29-CCC5-48FF-A531-DEF9880510AA}" srcOrd="13" destOrd="0" presId="urn:microsoft.com/office/officeart/2005/8/layout/default"/>
    <dgm:cxn modelId="{A9A3336E-E388-49C2-A578-BEBBE2A2AB88}" type="presParOf" srcId="{D05AC711-88D8-4F0B-82C3-DAC1BB1CFD1A}" destId="{6D0A5A22-9F10-4CC9-BD28-594A01471AC0}" srcOrd="14" destOrd="0" presId="urn:microsoft.com/office/officeart/2005/8/layout/default"/>
    <dgm:cxn modelId="{4CEE6EAC-9A9E-4F2D-8C03-0EAD04473022}" type="presParOf" srcId="{D05AC711-88D8-4F0B-82C3-DAC1BB1CFD1A}" destId="{1B3DAA9D-7A3D-4398-A155-D324AEBC8539}" srcOrd="15" destOrd="0" presId="urn:microsoft.com/office/officeart/2005/8/layout/default"/>
    <dgm:cxn modelId="{059B5933-3049-4F49-80E9-2CED4920776E}" type="presParOf" srcId="{D05AC711-88D8-4F0B-82C3-DAC1BB1CFD1A}" destId="{BD4CFAC4-E492-4549-9BE2-43CA807FBCBC}" srcOrd="16" destOrd="0" presId="urn:microsoft.com/office/officeart/2005/8/layout/default"/>
    <dgm:cxn modelId="{935A63CE-0E65-4A63-8D78-8288B354AD51}" type="presParOf" srcId="{D05AC711-88D8-4F0B-82C3-DAC1BB1CFD1A}" destId="{85331E44-430D-4B91-8CB5-443EC69E2B0B}" srcOrd="17" destOrd="0" presId="urn:microsoft.com/office/officeart/2005/8/layout/default"/>
    <dgm:cxn modelId="{8CBB3F9B-53CA-4825-BF1C-0B0BD1EAE8B6}" type="presParOf" srcId="{D05AC711-88D8-4F0B-82C3-DAC1BB1CFD1A}" destId="{E8BD5B9C-6C2E-496B-AEFD-D8A02C13B7EB}" srcOrd="18" destOrd="0" presId="urn:microsoft.com/office/officeart/2005/8/layout/default"/>
    <dgm:cxn modelId="{C2338C1B-91DC-462A-8476-159386374BC0}" type="presParOf" srcId="{D05AC711-88D8-4F0B-82C3-DAC1BB1CFD1A}" destId="{E07A9D62-5D45-414F-8480-074CEBCEF8A0}" srcOrd="19" destOrd="0" presId="urn:microsoft.com/office/officeart/2005/8/layout/default"/>
    <dgm:cxn modelId="{D7C2966E-FA79-4906-B5B7-350B193D2561}" type="presParOf" srcId="{D05AC711-88D8-4F0B-82C3-DAC1BB1CFD1A}" destId="{63A35ADF-93B8-4CD2-94AC-D22C8F482F67}" srcOrd="20" destOrd="0" presId="urn:microsoft.com/office/officeart/2005/8/layout/default"/>
    <dgm:cxn modelId="{F983A548-9794-4800-B4D4-6468F21B8DC2}" type="presParOf" srcId="{D05AC711-88D8-4F0B-82C3-DAC1BB1CFD1A}" destId="{79ED8340-25E7-498E-B8B9-A448AD837349}" srcOrd="21" destOrd="0" presId="urn:microsoft.com/office/officeart/2005/8/layout/default"/>
    <dgm:cxn modelId="{1744BB6E-5563-4665-A28A-C4CF1D78C9CB}" type="presParOf" srcId="{D05AC711-88D8-4F0B-82C3-DAC1BB1CFD1A}" destId="{27133F0F-5D98-4B78-9DE0-4347DD53F8AB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C1C84A7-D527-4FB9-B3A5-55B706E083D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660334C-649C-44BA-A515-F03332D8C1E5}">
      <dgm:prSet/>
      <dgm:spPr/>
      <dgm:t>
        <a:bodyPr/>
        <a:lstStyle/>
        <a:p>
          <a:r>
            <a:rPr lang="en-US" b="1"/>
            <a:t>Automated Email Triggers</a:t>
          </a:r>
          <a:endParaRPr lang="en-US"/>
        </a:p>
      </dgm:t>
    </dgm:pt>
    <dgm:pt modelId="{3CCED473-1D0E-4077-8732-D0C3AB815B5E}" type="parTrans" cxnId="{0EC3CD29-07D9-49A1-BD36-DF26614927E6}">
      <dgm:prSet/>
      <dgm:spPr/>
      <dgm:t>
        <a:bodyPr/>
        <a:lstStyle/>
        <a:p>
          <a:endParaRPr lang="en-US"/>
        </a:p>
      </dgm:t>
    </dgm:pt>
    <dgm:pt modelId="{FF736317-E8C7-44C2-B783-69A808D53D97}" type="sibTrans" cxnId="{0EC3CD29-07D9-49A1-BD36-DF26614927E6}">
      <dgm:prSet/>
      <dgm:spPr/>
      <dgm:t>
        <a:bodyPr/>
        <a:lstStyle/>
        <a:p>
          <a:endParaRPr lang="en-US"/>
        </a:p>
      </dgm:t>
    </dgm:pt>
    <dgm:pt modelId="{70F9FE8D-B3B6-4D8B-9C93-9DE7CFB38470}">
      <dgm:prSet/>
      <dgm:spPr/>
      <dgm:t>
        <a:bodyPr/>
        <a:lstStyle/>
        <a:p>
          <a:r>
            <a:rPr lang="en-US" b="1"/>
            <a:t>Registration Confirmation</a:t>
          </a:r>
          <a:r>
            <a:rPr lang="en-US"/>
            <a:t> - Welcome email upon signup</a:t>
          </a:r>
        </a:p>
      </dgm:t>
    </dgm:pt>
    <dgm:pt modelId="{16DA7BBD-C441-4F33-A768-84148D7461A7}" type="parTrans" cxnId="{9C46D8CF-2851-4C20-8136-8C842AAADF4F}">
      <dgm:prSet/>
      <dgm:spPr/>
      <dgm:t>
        <a:bodyPr/>
        <a:lstStyle/>
        <a:p>
          <a:endParaRPr lang="en-US"/>
        </a:p>
      </dgm:t>
    </dgm:pt>
    <dgm:pt modelId="{B294B325-27D9-49A6-BE93-9914C7E3739A}" type="sibTrans" cxnId="{9C46D8CF-2851-4C20-8136-8C842AAADF4F}">
      <dgm:prSet/>
      <dgm:spPr/>
      <dgm:t>
        <a:bodyPr/>
        <a:lstStyle/>
        <a:p>
          <a:endParaRPr lang="en-US"/>
        </a:p>
      </dgm:t>
    </dgm:pt>
    <dgm:pt modelId="{371C59BF-6067-45F2-8C2B-0774FE9CEF2C}">
      <dgm:prSet/>
      <dgm:spPr/>
      <dgm:t>
        <a:bodyPr/>
        <a:lstStyle/>
        <a:p>
          <a:r>
            <a:rPr lang="en-US" b="1"/>
            <a:t>Order Placement</a:t>
          </a:r>
          <a:r>
            <a:rPr lang="en-US"/>
            <a:t> - Order confirmation with details</a:t>
          </a:r>
        </a:p>
      </dgm:t>
    </dgm:pt>
    <dgm:pt modelId="{29DEFF98-7B05-4194-BAF0-E5846B1ABD39}" type="parTrans" cxnId="{99A96D9D-A55F-4967-98CC-9675D4944F68}">
      <dgm:prSet/>
      <dgm:spPr/>
      <dgm:t>
        <a:bodyPr/>
        <a:lstStyle/>
        <a:p>
          <a:endParaRPr lang="en-US"/>
        </a:p>
      </dgm:t>
    </dgm:pt>
    <dgm:pt modelId="{6B2CFB9F-0099-4E91-AAE0-DD826A345293}" type="sibTrans" cxnId="{99A96D9D-A55F-4967-98CC-9675D4944F68}">
      <dgm:prSet/>
      <dgm:spPr/>
      <dgm:t>
        <a:bodyPr/>
        <a:lstStyle/>
        <a:p>
          <a:endParaRPr lang="en-US"/>
        </a:p>
      </dgm:t>
    </dgm:pt>
    <dgm:pt modelId="{F64C5A50-8EF0-45BA-B66D-F160250CEA5F}">
      <dgm:prSet/>
      <dgm:spPr/>
      <dgm:t>
        <a:bodyPr/>
        <a:lstStyle/>
        <a:p>
          <a:r>
            <a:rPr lang="en-US" b="1"/>
            <a:t>Stock Availability</a:t>
          </a:r>
          <a:r>
            <a:rPr lang="en-US"/>
            <a:t> - Notify users when out-of-stock items become available</a:t>
          </a:r>
        </a:p>
      </dgm:t>
    </dgm:pt>
    <dgm:pt modelId="{4B0C3249-0ABD-407F-B0D1-DDE735A01ABF}" type="parTrans" cxnId="{E1BCAB05-AD35-4C59-95DA-6BCC30AC8EAC}">
      <dgm:prSet/>
      <dgm:spPr/>
      <dgm:t>
        <a:bodyPr/>
        <a:lstStyle/>
        <a:p>
          <a:endParaRPr lang="en-US"/>
        </a:p>
      </dgm:t>
    </dgm:pt>
    <dgm:pt modelId="{4E37384A-BBE4-4D55-9276-0F80D75F3EC5}" type="sibTrans" cxnId="{E1BCAB05-AD35-4C59-95DA-6BCC30AC8EAC}">
      <dgm:prSet/>
      <dgm:spPr/>
      <dgm:t>
        <a:bodyPr/>
        <a:lstStyle/>
        <a:p>
          <a:endParaRPr lang="en-US"/>
        </a:p>
      </dgm:t>
    </dgm:pt>
    <dgm:pt modelId="{85AA1366-89F5-4B51-8E7B-B29AF63BF2AF}">
      <dgm:prSet/>
      <dgm:spPr/>
      <dgm:t>
        <a:bodyPr/>
        <a:lstStyle/>
        <a:p>
          <a:r>
            <a:rPr lang="en-US" b="1"/>
            <a:t>Shipping Updates</a:t>
          </a:r>
          <a:r>
            <a:rPr lang="en-US"/>
            <a:t> - Notify when items are shipped/delivered</a:t>
          </a:r>
        </a:p>
      </dgm:t>
    </dgm:pt>
    <dgm:pt modelId="{EF6AA9C1-873F-48F8-876B-0F7421A1A1C1}" type="parTrans" cxnId="{2F20718F-2487-4D49-AFC6-7DE3BDD88CDE}">
      <dgm:prSet/>
      <dgm:spPr/>
      <dgm:t>
        <a:bodyPr/>
        <a:lstStyle/>
        <a:p>
          <a:endParaRPr lang="en-US"/>
        </a:p>
      </dgm:t>
    </dgm:pt>
    <dgm:pt modelId="{E9843BF8-4C6C-4732-9E1A-C1181A709EE1}" type="sibTrans" cxnId="{2F20718F-2487-4D49-AFC6-7DE3BDD88CDE}">
      <dgm:prSet/>
      <dgm:spPr/>
      <dgm:t>
        <a:bodyPr/>
        <a:lstStyle/>
        <a:p>
          <a:endParaRPr lang="en-US"/>
        </a:p>
      </dgm:t>
    </dgm:pt>
    <dgm:pt modelId="{3458EE9B-8E65-4312-937E-B45D7CF785EB}">
      <dgm:prSet/>
      <dgm:spPr/>
      <dgm:t>
        <a:bodyPr/>
        <a:lstStyle/>
        <a:p>
          <a:r>
            <a:rPr lang="en-US" b="1"/>
            <a:t>Implementation Details</a:t>
          </a:r>
          <a:endParaRPr lang="en-US"/>
        </a:p>
      </dgm:t>
    </dgm:pt>
    <dgm:pt modelId="{CBAAC351-2540-4B65-A83D-F4D2D3E97EC5}" type="parTrans" cxnId="{2CC6C3E0-DDFE-41DE-8F9D-61DEE0A012C5}">
      <dgm:prSet/>
      <dgm:spPr/>
      <dgm:t>
        <a:bodyPr/>
        <a:lstStyle/>
        <a:p>
          <a:endParaRPr lang="en-US"/>
        </a:p>
      </dgm:t>
    </dgm:pt>
    <dgm:pt modelId="{128922E5-A31B-4DB8-B56F-7F0243EF4859}" type="sibTrans" cxnId="{2CC6C3E0-DDFE-41DE-8F9D-61DEE0A012C5}">
      <dgm:prSet/>
      <dgm:spPr/>
      <dgm:t>
        <a:bodyPr/>
        <a:lstStyle/>
        <a:p>
          <a:endParaRPr lang="en-US"/>
        </a:p>
      </dgm:t>
    </dgm:pt>
    <dgm:pt modelId="{E0D51F1D-388B-4D50-A274-1EADBD62D989}">
      <dgm:prSet/>
      <dgm:spPr/>
      <dgm:t>
        <a:bodyPr/>
        <a:lstStyle/>
        <a:p>
          <a:r>
            <a:rPr lang="en-US"/>
            <a:t>Uses Gmail's App Passwords for authentication</a:t>
          </a:r>
        </a:p>
      </dgm:t>
    </dgm:pt>
    <dgm:pt modelId="{5DAE9015-9EA5-4B26-A0F3-C3641906A36A}" type="parTrans" cxnId="{D86E7E4E-F926-46C2-B581-90CF107F3900}">
      <dgm:prSet/>
      <dgm:spPr/>
      <dgm:t>
        <a:bodyPr/>
        <a:lstStyle/>
        <a:p>
          <a:endParaRPr lang="en-US"/>
        </a:p>
      </dgm:t>
    </dgm:pt>
    <dgm:pt modelId="{5F83DA69-D5E1-42E9-8092-0C2D5C209D53}" type="sibTrans" cxnId="{D86E7E4E-F926-46C2-B581-90CF107F3900}">
      <dgm:prSet/>
      <dgm:spPr/>
      <dgm:t>
        <a:bodyPr/>
        <a:lstStyle/>
        <a:p>
          <a:endParaRPr lang="en-US"/>
        </a:p>
      </dgm:t>
    </dgm:pt>
    <dgm:pt modelId="{3767F851-3B16-4D5C-A230-285A1DB7E924}">
      <dgm:prSet/>
      <dgm:spPr/>
      <dgm:t>
        <a:bodyPr/>
        <a:lstStyle/>
        <a:p>
          <a:r>
            <a:rPr lang="en-US"/>
            <a:t>Configurable in application.properties file</a:t>
          </a:r>
        </a:p>
      </dgm:t>
    </dgm:pt>
    <dgm:pt modelId="{8CE81864-590C-4107-BC65-1D76C7A3DD94}" type="parTrans" cxnId="{9E88CEA2-2EEC-4DBD-A21C-3C61C0ECB12B}">
      <dgm:prSet/>
      <dgm:spPr/>
      <dgm:t>
        <a:bodyPr/>
        <a:lstStyle/>
        <a:p>
          <a:endParaRPr lang="en-US"/>
        </a:p>
      </dgm:t>
    </dgm:pt>
    <dgm:pt modelId="{8503425D-DB67-4D11-8C4B-3E84A2C8EDCF}" type="sibTrans" cxnId="{9E88CEA2-2EEC-4DBD-A21C-3C61C0ECB12B}">
      <dgm:prSet/>
      <dgm:spPr/>
      <dgm:t>
        <a:bodyPr/>
        <a:lstStyle/>
        <a:p>
          <a:endParaRPr lang="en-US"/>
        </a:p>
      </dgm:t>
    </dgm:pt>
    <dgm:pt modelId="{B60BC3BB-FBFD-4328-888E-A3FC6E2A68C6}">
      <dgm:prSet/>
      <dgm:spPr/>
      <dgm:t>
        <a:bodyPr/>
        <a:lstStyle/>
        <a:p>
          <a:r>
            <a:rPr lang="en-US"/>
            <a:t>HTML email templates</a:t>
          </a:r>
        </a:p>
      </dgm:t>
    </dgm:pt>
    <dgm:pt modelId="{2742A376-EED1-4648-9C37-66C28145631B}" type="parTrans" cxnId="{7BD5EB23-5266-4306-B7E9-56656585F1C2}">
      <dgm:prSet/>
      <dgm:spPr/>
      <dgm:t>
        <a:bodyPr/>
        <a:lstStyle/>
        <a:p>
          <a:endParaRPr lang="en-US"/>
        </a:p>
      </dgm:t>
    </dgm:pt>
    <dgm:pt modelId="{8104EB7B-A286-48D9-B4E8-34C36EBD2BD7}" type="sibTrans" cxnId="{7BD5EB23-5266-4306-B7E9-56656585F1C2}">
      <dgm:prSet/>
      <dgm:spPr/>
      <dgm:t>
        <a:bodyPr/>
        <a:lstStyle/>
        <a:p>
          <a:endParaRPr lang="en-US"/>
        </a:p>
      </dgm:t>
    </dgm:pt>
    <dgm:pt modelId="{C87EEC4F-68ED-4FD5-890B-3DED215B965B}" type="pres">
      <dgm:prSet presAssocID="{DC1C84A7-D527-4FB9-B3A5-55B706E083D9}" presName="Name0" presStyleCnt="0">
        <dgm:presLayoutVars>
          <dgm:dir/>
          <dgm:resizeHandles val="exact"/>
        </dgm:presLayoutVars>
      </dgm:prSet>
      <dgm:spPr/>
    </dgm:pt>
    <dgm:pt modelId="{7592B9AA-ABC6-4800-9632-B1504A6E8564}" type="pres">
      <dgm:prSet presAssocID="{C660334C-649C-44BA-A515-F03332D8C1E5}" presName="node" presStyleLbl="node1" presStyleIdx="0" presStyleCnt="9">
        <dgm:presLayoutVars>
          <dgm:bulletEnabled val="1"/>
        </dgm:presLayoutVars>
      </dgm:prSet>
      <dgm:spPr/>
    </dgm:pt>
    <dgm:pt modelId="{F086442D-C748-4531-A294-4435B9FAE5CB}" type="pres">
      <dgm:prSet presAssocID="{FF736317-E8C7-44C2-B783-69A808D53D97}" presName="sibTrans" presStyleLbl="sibTrans1D1" presStyleIdx="0" presStyleCnt="8"/>
      <dgm:spPr/>
    </dgm:pt>
    <dgm:pt modelId="{D8E48986-42EA-4C69-B40A-792E8CA5DEE8}" type="pres">
      <dgm:prSet presAssocID="{FF736317-E8C7-44C2-B783-69A808D53D97}" presName="connectorText" presStyleLbl="sibTrans1D1" presStyleIdx="0" presStyleCnt="8"/>
      <dgm:spPr/>
    </dgm:pt>
    <dgm:pt modelId="{5BB4A064-4F1E-475D-8546-693201CCE88C}" type="pres">
      <dgm:prSet presAssocID="{70F9FE8D-B3B6-4D8B-9C93-9DE7CFB38470}" presName="node" presStyleLbl="node1" presStyleIdx="1" presStyleCnt="9">
        <dgm:presLayoutVars>
          <dgm:bulletEnabled val="1"/>
        </dgm:presLayoutVars>
      </dgm:prSet>
      <dgm:spPr/>
    </dgm:pt>
    <dgm:pt modelId="{4D100D99-D67D-4070-91C8-BD2DA64B6731}" type="pres">
      <dgm:prSet presAssocID="{B294B325-27D9-49A6-BE93-9914C7E3739A}" presName="sibTrans" presStyleLbl="sibTrans1D1" presStyleIdx="1" presStyleCnt="8"/>
      <dgm:spPr/>
    </dgm:pt>
    <dgm:pt modelId="{8EA075F1-11AA-4D18-95AF-F32C934BA9BC}" type="pres">
      <dgm:prSet presAssocID="{B294B325-27D9-49A6-BE93-9914C7E3739A}" presName="connectorText" presStyleLbl="sibTrans1D1" presStyleIdx="1" presStyleCnt="8"/>
      <dgm:spPr/>
    </dgm:pt>
    <dgm:pt modelId="{82D60151-EC0E-49AC-A86E-43CF6A2269A8}" type="pres">
      <dgm:prSet presAssocID="{371C59BF-6067-45F2-8C2B-0774FE9CEF2C}" presName="node" presStyleLbl="node1" presStyleIdx="2" presStyleCnt="9">
        <dgm:presLayoutVars>
          <dgm:bulletEnabled val="1"/>
        </dgm:presLayoutVars>
      </dgm:prSet>
      <dgm:spPr/>
    </dgm:pt>
    <dgm:pt modelId="{9B34B6F8-3C40-4C61-9F0F-BCB8164C2AD8}" type="pres">
      <dgm:prSet presAssocID="{6B2CFB9F-0099-4E91-AAE0-DD826A345293}" presName="sibTrans" presStyleLbl="sibTrans1D1" presStyleIdx="2" presStyleCnt="8"/>
      <dgm:spPr/>
    </dgm:pt>
    <dgm:pt modelId="{AB927BD9-85BF-4C78-AA26-F00D682F8A70}" type="pres">
      <dgm:prSet presAssocID="{6B2CFB9F-0099-4E91-AAE0-DD826A345293}" presName="connectorText" presStyleLbl="sibTrans1D1" presStyleIdx="2" presStyleCnt="8"/>
      <dgm:spPr/>
    </dgm:pt>
    <dgm:pt modelId="{4D467BA0-E0F8-43E4-B6FB-00C27F4B3289}" type="pres">
      <dgm:prSet presAssocID="{F64C5A50-8EF0-45BA-B66D-F160250CEA5F}" presName="node" presStyleLbl="node1" presStyleIdx="3" presStyleCnt="9">
        <dgm:presLayoutVars>
          <dgm:bulletEnabled val="1"/>
        </dgm:presLayoutVars>
      </dgm:prSet>
      <dgm:spPr/>
    </dgm:pt>
    <dgm:pt modelId="{C2C5651D-ECC6-40B1-A4AB-14E6486940E0}" type="pres">
      <dgm:prSet presAssocID="{4E37384A-BBE4-4D55-9276-0F80D75F3EC5}" presName="sibTrans" presStyleLbl="sibTrans1D1" presStyleIdx="3" presStyleCnt="8"/>
      <dgm:spPr/>
    </dgm:pt>
    <dgm:pt modelId="{A51576F1-5100-4B78-8A4E-BFE766CEF062}" type="pres">
      <dgm:prSet presAssocID="{4E37384A-BBE4-4D55-9276-0F80D75F3EC5}" presName="connectorText" presStyleLbl="sibTrans1D1" presStyleIdx="3" presStyleCnt="8"/>
      <dgm:spPr/>
    </dgm:pt>
    <dgm:pt modelId="{D9D5DB59-E304-4C6D-9CD9-56FE9062E1C2}" type="pres">
      <dgm:prSet presAssocID="{85AA1366-89F5-4B51-8E7B-B29AF63BF2AF}" presName="node" presStyleLbl="node1" presStyleIdx="4" presStyleCnt="9">
        <dgm:presLayoutVars>
          <dgm:bulletEnabled val="1"/>
        </dgm:presLayoutVars>
      </dgm:prSet>
      <dgm:spPr/>
    </dgm:pt>
    <dgm:pt modelId="{CEFE7926-4628-4888-A27F-D79F9B05D5F6}" type="pres">
      <dgm:prSet presAssocID="{E9843BF8-4C6C-4732-9E1A-C1181A709EE1}" presName="sibTrans" presStyleLbl="sibTrans1D1" presStyleIdx="4" presStyleCnt="8"/>
      <dgm:spPr/>
    </dgm:pt>
    <dgm:pt modelId="{AE9F9F0F-B767-466B-AC06-9F9354A0E18D}" type="pres">
      <dgm:prSet presAssocID="{E9843BF8-4C6C-4732-9E1A-C1181A709EE1}" presName="connectorText" presStyleLbl="sibTrans1D1" presStyleIdx="4" presStyleCnt="8"/>
      <dgm:spPr/>
    </dgm:pt>
    <dgm:pt modelId="{539CEA8D-B0A8-4DB7-B743-5C9583CE76BB}" type="pres">
      <dgm:prSet presAssocID="{3458EE9B-8E65-4312-937E-B45D7CF785EB}" presName="node" presStyleLbl="node1" presStyleIdx="5" presStyleCnt="9">
        <dgm:presLayoutVars>
          <dgm:bulletEnabled val="1"/>
        </dgm:presLayoutVars>
      </dgm:prSet>
      <dgm:spPr/>
    </dgm:pt>
    <dgm:pt modelId="{892CF2B2-BEA3-491C-9DFC-316D69208BEC}" type="pres">
      <dgm:prSet presAssocID="{128922E5-A31B-4DB8-B56F-7F0243EF4859}" presName="sibTrans" presStyleLbl="sibTrans1D1" presStyleIdx="5" presStyleCnt="8"/>
      <dgm:spPr/>
    </dgm:pt>
    <dgm:pt modelId="{B17783BF-B84B-4103-8AB4-928C8E2246AF}" type="pres">
      <dgm:prSet presAssocID="{128922E5-A31B-4DB8-B56F-7F0243EF4859}" presName="connectorText" presStyleLbl="sibTrans1D1" presStyleIdx="5" presStyleCnt="8"/>
      <dgm:spPr/>
    </dgm:pt>
    <dgm:pt modelId="{18EEEE75-80C6-4F55-9FA0-15CCAF59E7AA}" type="pres">
      <dgm:prSet presAssocID="{E0D51F1D-388B-4D50-A274-1EADBD62D989}" presName="node" presStyleLbl="node1" presStyleIdx="6" presStyleCnt="9">
        <dgm:presLayoutVars>
          <dgm:bulletEnabled val="1"/>
        </dgm:presLayoutVars>
      </dgm:prSet>
      <dgm:spPr/>
    </dgm:pt>
    <dgm:pt modelId="{BED05DCD-146D-45F7-8572-85709036111A}" type="pres">
      <dgm:prSet presAssocID="{5F83DA69-D5E1-42E9-8092-0C2D5C209D53}" presName="sibTrans" presStyleLbl="sibTrans1D1" presStyleIdx="6" presStyleCnt="8"/>
      <dgm:spPr/>
    </dgm:pt>
    <dgm:pt modelId="{86CA7683-68EF-451F-B325-1CD88821F0AC}" type="pres">
      <dgm:prSet presAssocID="{5F83DA69-D5E1-42E9-8092-0C2D5C209D53}" presName="connectorText" presStyleLbl="sibTrans1D1" presStyleIdx="6" presStyleCnt="8"/>
      <dgm:spPr/>
    </dgm:pt>
    <dgm:pt modelId="{82B914BD-AD12-48C5-83B1-E885B1A0C604}" type="pres">
      <dgm:prSet presAssocID="{3767F851-3B16-4D5C-A230-285A1DB7E924}" presName="node" presStyleLbl="node1" presStyleIdx="7" presStyleCnt="9">
        <dgm:presLayoutVars>
          <dgm:bulletEnabled val="1"/>
        </dgm:presLayoutVars>
      </dgm:prSet>
      <dgm:spPr/>
    </dgm:pt>
    <dgm:pt modelId="{AE372F7B-27B3-4417-A3C9-E257D81C3644}" type="pres">
      <dgm:prSet presAssocID="{8503425D-DB67-4D11-8C4B-3E84A2C8EDCF}" presName="sibTrans" presStyleLbl="sibTrans1D1" presStyleIdx="7" presStyleCnt="8"/>
      <dgm:spPr/>
    </dgm:pt>
    <dgm:pt modelId="{3BC483E6-F5CE-4C02-B6A6-BBBAEDC9AE42}" type="pres">
      <dgm:prSet presAssocID="{8503425D-DB67-4D11-8C4B-3E84A2C8EDCF}" presName="connectorText" presStyleLbl="sibTrans1D1" presStyleIdx="7" presStyleCnt="8"/>
      <dgm:spPr/>
    </dgm:pt>
    <dgm:pt modelId="{21E027BF-954D-4922-92C6-5A613376A6B2}" type="pres">
      <dgm:prSet presAssocID="{B60BC3BB-FBFD-4328-888E-A3FC6E2A68C6}" presName="node" presStyleLbl="node1" presStyleIdx="8" presStyleCnt="9">
        <dgm:presLayoutVars>
          <dgm:bulletEnabled val="1"/>
        </dgm:presLayoutVars>
      </dgm:prSet>
      <dgm:spPr/>
    </dgm:pt>
  </dgm:ptLst>
  <dgm:cxnLst>
    <dgm:cxn modelId="{AA6E6100-E4D6-4812-AF2D-FD9A1ADA2AC3}" type="presOf" srcId="{8503425D-DB67-4D11-8C4B-3E84A2C8EDCF}" destId="{AE372F7B-27B3-4417-A3C9-E257D81C3644}" srcOrd="0" destOrd="0" presId="urn:microsoft.com/office/officeart/2016/7/layout/RepeatingBendingProcessNew"/>
    <dgm:cxn modelId="{B5E87903-55A3-4059-A176-05EAAC842AC4}" type="presOf" srcId="{C660334C-649C-44BA-A515-F03332D8C1E5}" destId="{7592B9AA-ABC6-4800-9632-B1504A6E8564}" srcOrd="0" destOrd="0" presId="urn:microsoft.com/office/officeart/2016/7/layout/RepeatingBendingProcessNew"/>
    <dgm:cxn modelId="{E1BCAB05-AD35-4C59-95DA-6BCC30AC8EAC}" srcId="{DC1C84A7-D527-4FB9-B3A5-55B706E083D9}" destId="{F64C5A50-8EF0-45BA-B66D-F160250CEA5F}" srcOrd="3" destOrd="0" parTransId="{4B0C3249-0ABD-407F-B0D1-DDE735A01ABF}" sibTransId="{4E37384A-BBE4-4D55-9276-0F80D75F3EC5}"/>
    <dgm:cxn modelId="{03F91107-4683-4A29-8901-2B106C48E7FE}" type="presOf" srcId="{E0D51F1D-388B-4D50-A274-1EADBD62D989}" destId="{18EEEE75-80C6-4F55-9FA0-15CCAF59E7AA}" srcOrd="0" destOrd="0" presId="urn:microsoft.com/office/officeart/2016/7/layout/RepeatingBendingProcessNew"/>
    <dgm:cxn modelId="{3E8B4A08-C02F-470E-945A-242A5FCA849D}" type="presOf" srcId="{70F9FE8D-B3B6-4D8B-9C93-9DE7CFB38470}" destId="{5BB4A064-4F1E-475D-8546-693201CCE88C}" srcOrd="0" destOrd="0" presId="urn:microsoft.com/office/officeart/2016/7/layout/RepeatingBendingProcessNew"/>
    <dgm:cxn modelId="{DEF81B0B-6BEA-44B1-8EDB-7EBCE452FDDF}" type="presOf" srcId="{371C59BF-6067-45F2-8C2B-0774FE9CEF2C}" destId="{82D60151-EC0E-49AC-A86E-43CF6A2269A8}" srcOrd="0" destOrd="0" presId="urn:microsoft.com/office/officeart/2016/7/layout/RepeatingBendingProcessNew"/>
    <dgm:cxn modelId="{6271FD0D-C96C-4287-8941-EAFADC99432B}" type="presOf" srcId="{3458EE9B-8E65-4312-937E-B45D7CF785EB}" destId="{539CEA8D-B0A8-4DB7-B743-5C9583CE76BB}" srcOrd="0" destOrd="0" presId="urn:microsoft.com/office/officeart/2016/7/layout/RepeatingBendingProcessNew"/>
    <dgm:cxn modelId="{CEB9A31D-F581-41D9-905F-2C3ADCBAC22A}" type="presOf" srcId="{4E37384A-BBE4-4D55-9276-0F80D75F3EC5}" destId="{A51576F1-5100-4B78-8A4E-BFE766CEF062}" srcOrd="1" destOrd="0" presId="urn:microsoft.com/office/officeart/2016/7/layout/RepeatingBendingProcessNew"/>
    <dgm:cxn modelId="{7BD5EB23-5266-4306-B7E9-56656585F1C2}" srcId="{DC1C84A7-D527-4FB9-B3A5-55B706E083D9}" destId="{B60BC3BB-FBFD-4328-888E-A3FC6E2A68C6}" srcOrd="8" destOrd="0" parTransId="{2742A376-EED1-4648-9C37-66C28145631B}" sibTransId="{8104EB7B-A286-48D9-B4E8-34C36EBD2BD7}"/>
    <dgm:cxn modelId="{0EC3CD29-07D9-49A1-BD36-DF26614927E6}" srcId="{DC1C84A7-D527-4FB9-B3A5-55B706E083D9}" destId="{C660334C-649C-44BA-A515-F03332D8C1E5}" srcOrd="0" destOrd="0" parTransId="{3CCED473-1D0E-4077-8732-D0C3AB815B5E}" sibTransId="{FF736317-E8C7-44C2-B783-69A808D53D97}"/>
    <dgm:cxn modelId="{FF03FB2A-82B4-4DA3-9154-0CAA9014BBE1}" type="presOf" srcId="{4E37384A-BBE4-4D55-9276-0F80D75F3EC5}" destId="{C2C5651D-ECC6-40B1-A4AB-14E6486940E0}" srcOrd="0" destOrd="0" presId="urn:microsoft.com/office/officeart/2016/7/layout/RepeatingBendingProcessNew"/>
    <dgm:cxn modelId="{4C135734-F03B-4034-BAEB-2661F16B4ACE}" type="presOf" srcId="{6B2CFB9F-0099-4E91-AAE0-DD826A345293}" destId="{AB927BD9-85BF-4C78-AA26-F00D682F8A70}" srcOrd="1" destOrd="0" presId="urn:microsoft.com/office/officeart/2016/7/layout/RepeatingBendingProcessNew"/>
    <dgm:cxn modelId="{68AFDD3A-0FC4-4910-BFC1-7B45740E00DE}" type="presOf" srcId="{DC1C84A7-D527-4FB9-B3A5-55B706E083D9}" destId="{C87EEC4F-68ED-4FD5-890B-3DED215B965B}" srcOrd="0" destOrd="0" presId="urn:microsoft.com/office/officeart/2016/7/layout/RepeatingBendingProcessNew"/>
    <dgm:cxn modelId="{99443644-4D28-4886-8194-3B85C5DBEE12}" type="presOf" srcId="{FF736317-E8C7-44C2-B783-69A808D53D97}" destId="{D8E48986-42EA-4C69-B40A-792E8CA5DEE8}" srcOrd="1" destOrd="0" presId="urn:microsoft.com/office/officeart/2016/7/layout/RepeatingBendingProcessNew"/>
    <dgm:cxn modelId="{3F6F1248-F5C9-4358-BE88-4597C9AE42F2}" type="presOf" srcId="{B294B325-27D9-49A6-BE93-9914C7E3739A}" destId="{8EA075F1-11AA-4D18-95AF-F32C934BA9BC}" srcOrd="1" destOrd="0" presId="urn:microsoft.com/office/officeart/2016/7/layout/RepeatingBendingProcessNew"/>
    <dgm:cxn modelId="{30EE8B68-44A0-4656-ABB8-29190D9928A9}" type="presOf" srcId="{5F83DA69-D5E1-42E9-8092-0C2D5C209D53}" destId="{86CA7683-68EF-451F-B325-1CD88821F0AC}" srcOrd="1" destOrd="0" presId="urn:microsoft.com/office/officeart/2016/7/layout/RepeatingBendingProcessNew"/>
    <dgm:cxn modelId="{C9F39A4A-B18B-4B5E-9D28-6F9A6A6F8785}" type="presOf" srcId="{F64C5A50-8EF0-45BA-B66D-F160250CEA5F}" destId="{4D467BA0-E0F8-43E4-B6FB-00C27F4B3289}" srcOrd="0" destOrd="0" presId="urn:microsoft.com/office/officeart/2016/7/layout/RepeatingBendingProcessNew"/>
    <dgm:cxn modelId="{E70EF06C-FA16-4DC7-8A65-C26C642EA0A7}" type="presOf" srcId="{E9843BF8-4C6C-4732-9E1A-C1181A709EE1}" destId="{CEFE7926-4628-4888-A27F-D79F9B05D5F6}" srcOrd="0" destOrd="0" presId="urn:microsoft.com/office/officeart/2016/7/layout/RepeatingBendingProcessNew"/>
    <dgm:cxn modelId="{D86E7E4E-F926-46C2-B581-90CF107F3900}" srcId="{DC1C84A7-D527-4FB9-B3A5-55B706E083D9}" destId="{E0D51F1D-388B-4D50-A274-1EADBD62D989}" srcOrd="6" destOrd="0" parTransId="{5DAE9015-9EA5-4B26-A0F3-C3641906A36A}" sibTransId="{5F83DA69-D5E1-42E9-8092-0C2D5C209D53}"/>
    <dgm:cxn modelId="{33AE7953-645F-4C95-B2B2-E2BDFE840717}" type="presOf" srcId="{B294B325-27D9-49A6-BE93-9914C7E3739A}" destId="{4D100D99-D67D-4070-91C8-BD2DA64B6731}" srcOrd="0" destOrd="0" presId="urn:microsoft.com/office/officeart/2016/7/layout/RepeatingBendingProcessNew"/>
    <dgm:cxn modelId="{C11E855A-DD3B-441E-A10A-7C2410E3AC7B}" type="presOf" srcId="{6B2CFB9F-0099-4E91-AAE0-DD826A345293}" destId="{9B34B6F8-3C40-4C61-9F0F-BCB8164C2AD8}" srcOrd="0" destOrd="0" presId="urn:microsoft.com/office/officeart/2016/7/layout/RepeatingBendingProcessNew"/>
    <dgm:cxn modelId="{526D2E7B-3809-4F1D-8F08-EE1A1F3F0F58}" type="presOf" srcId="{5F83DA69-D5E1-42E9-8092-0C2D5C209D53}" destId="{BED05DCD-146D-45F7-8572-85709036111A}" srcOrd="0" destOrd="0" presId="urn:microsoft.com/office/officeart/2016/7/layout/RepeatingBendingProcessNew"/>
    <dgm:cxn modelId="{F6057F82-A1D7-409E-861D-CD78078C8DAA}" type="presOf" srcId="{8503425D-DB67-4D11-8C4B-3E84A2C8EDCF}" destId="{3BC483E6-F5CE-4C02-B6A6-BBBAEDC9AE42}" srcOrd="1" destOrd="0" presId="urn:microsoft.com/office/officeart/2016/7/layout/RepeatingBendingProcessNew"/>
    <dgm:cxn modelId="{2F20718F-2487-4D49-AFC6-7DE3BDD88CDE}" srcId="{DC1C84A7-D527-4FB9-B3A5-55B706E083D9}" destId="{85AA1366-89F5-4B51-8E7B-B29AF63BF2AF}" srcOrd="4" destOrd="0" parTransId="{EF6AA9C1-873F-48F8-876B-0F7421A1A1C1}" sibTransId="{E9843BF8-4C6C-4732-9E1A-C1181A709EE1}"/>
    <dgm:cxn modelId="{5216459B-F4F0-40A9-A4BC-36ACA135A311}" type="presOf" srcId="{E9843BF8-4C6C-4732-9E1A-C1181A709EE1}" destId="{AE9F9F0F-B767-466B-AC06-9F9354A0E18D}" srcOrd="1" destOrd="0" presId="urn:microsoft.com/office/officeart/2016/7/layout/RepeatingBendingProcessNew"/>
    <dgm:cxn modelId="{99A96D9D-A55F-4967-98CC-9675D4944F68}" srcId="{DC1C84A7-D527-4FB9-B3A5-55B706E083D9}" destId="{371C59BF-6067-45F2-8C2B-0774FE9CEF2C}" srcOrd="2" destOrd="0" parTransId="{29DEFF98-7B05-4194-BAF0-E5846B1ABD39}" sibTransId="{6B2CFB9F-0099-4E91-AAE0-DD826A345293}"/>
    <dgm:cxn modelId="{1EDDFF9D-75C7-43B7-A854-6474C184471F}" type="presOf" srcId="{FF736317-E8C7-44C2-B783-69A808D53D97}" destId="{F086442D-C748-4531-A294-4435B9FAE5CB}" srcOrd="0" destOrd="0" presId="urn:microsoft.com/office/officeart/2016/7/layout/RepeatingBendingProcessNew"/>
    <dgm:cxn modelId="{9E88CEA2-2EEC-4DBD-A21C-3C61C0ECB12B}" srcId="{DC1C84A7-D527-4FB9-B3A5-55B706E083D9}" destId="{3767F851-3B16-4D5C-A230-285A1DB7E924}" srcOrd="7" destOrd="0" parTransId="{8CE81864-590C-4107-BC65-1D76C7A3DD94}" sibTransId="{8503425D-DB67-4D11-8C4B-3E84A2C8EDCF}"/>
    <dgm:cxn modelId="{22BB61AD-043A-43D3-90A4-EECE6733489D}" type="presOf" srcId="{85AA1366-89F5-4B51-8E7B-B29AF63BF2AF}" destId="{D9D5DB59-E304-4C6D-9CD9-56FE9062E1C2}" srcOrd="0" destOrd="0" presId="urn:microsoft.com/office/officeart/2016/7/layout/RepeatingBendingProcessNew"/>
    <dgm:cxn modelId="{DAD496B0-BA2B-46B4-BAF7-41DB30AD6420}" type="presOf" srcId="{3767F851-3B16-4D5C-A230-285A1DB7E924}" destId="{82B914BD-AD12-48C5-83B1-E885B1A0C604}" srcOrd="0" destOrd="0" presId="urn:microsoft.com/office/officeart/2016/7/layout/RepeatingBendingProcessNew"/>
    <dgm:cxn modelId="{0F1DEAC6-1A0D-4439-A282-51F21DC0F316}" type="presOf" srcId="{128922E5-A31B-4DB8-B56F-7F0243EF4859}" destId="{B17783BF-B84B-4103-8AB4-928C8E2246AF}" srcOrd="1" destOrd="0" presId="urn:microsoft.com/office/officeart/2016/7/layout/RepeatingBendingProcessNew"/>
    <dgm:cxn modelId="{9C46D8CF-2851-4C20-8136-8C842AAADF4F}" srcId="{DC1C84A7-D527-4FB9-B3A5-55B706E083D9}" destId="{70F9FE8D-B3B6-4D8B-9C93-9DE7CFB38470}" srcOrd="1" destOrd="0" parTransId="{16DA7BBD-C441-4F33-A768-84148D7461A7}" sibTransId="{B294B325-27D9-49A6-BE93-9914C7E3739A}"/>
    <dgm:cxn modelId="{FEBACED7-9DE5-43F7-877A-2ED0D80A9345}" type="presOf" srcId="{128922E5-A31B-4DB8-B56F-7F0243EF4859}" destId="{892CF2B2-BEA3-491C-9DFC-316D69208BEC}" srcOrd="0" destOrd="0" presId="urn:microsoft.com/office/officeart/2016/7/layout/RepeatingBendingProcessNew"/>
    <dgm:cxn modelId="{2CC6C3E0-DDFE-41DE-8F9D-61DEE0A012C5}" srcId="{DC1C84A7-D527-4FB9-B3A5-55B706E083D9}" destId="{3458EE9B-8E65-4312-937E-B45D7CF785EB}" srcOrd="5" destOrd="0" parTransId="{CBAAC351-2540-4B65-A83D-F4D2D3E97EC5}" sibTransId="{128922E5-A31B-4DB8-B56F-7F0243EF4859}"/>
    <dgm:cxn modelId="{7631C7FC-1D82-4193-B5D6-BF47E999600F}" type="presOf" srcId="{B60BC3BB-FBFD-4328-888E-A3FC6E2A68C6}" destId="{21E027BF-954D-4922-92C6-5A613376A6B2}" srcOrd="0" destOrd="0" presId="urn:microsoft.com/office/officeart/2016/7/layout/RepeatingBendingProcessNew"/>
    <dgm:cxn modelId="{1A63BF8F-316E-4A9A-B29E-D19440F0187F}" type="presParOf" srcId="{C87EEC4F-68ED-4FD5-890B-3DED215B965B}" destId="{7592B9AA-ABC6-4800-9632-B1504A6E8564}" srcOrd="0" destOrd="0" presId="urn:microsoft.com/office/officeart/2016/7/layout/RepeatingBendingProcessNew"/>
    <dgm:cxn modelId="{34578A43-0817-420E-A717-CCC630DA06C0}" type="presParOf" srcId="{C87EEC4F-68ED-4FD5-890B-3DED215B965B}" destId="{F086442D-C748-4531-A294-4435B9FAE5CB}" srcOrd="1" destOrd="0" presId="urn:microsoft.com/office/officeart/2016/7/layout/RepeatingBendingProcessNew"/>
    <dgm:cxn modelId="{60F4517E-2C47-43D3-896E-4307E0C43485}" type="presParOf" srcId="{F086442D-C748-4531-A294-4435B9FAE5CB}" destId="{D8E48986-42EA-4C69-B40A-792E8CA5DEE8}" srcOrd="0" destOrd="0" presId="urn:microsoft.com/office/officeart/2016/7/layout/RepeatingBendingProcessNew"/>
    <dgm:cxn modelId="{94AD639C-9D99-461B-8996-45229F9679D2}" type="presParOf" srcId="{C87EEC4F-68ED-4FD5-890B-3DED215B965B}" destId="{5BB4A064-4F1E-475D-8546-693201CCE88C}" srcOrd="2" destOrd="0" presId="urn:microsoft.com/office/officeart/2016/7/layout/RepeatingBendingProcessNew"/>
    <dgm:cxn modelId="{4CB5E715-4817-43E4-A6D3-8FECD5173879}" type="presParOf" srcId="{C87EEC4F-68ED-4FD5-890B-3DED215B965B}" destId="{4D100D99-D67D-4070-91C8-BD2DA64B6731}" srcOrd="3" destOrd="0" presId="urn:microsoft.com/office/officeart/2016/7/layout/RepeatingBendingProcessNew"/>
    <dgm:cxn modelId="{AE4DA8EA-EF64-418B-97CC-68832AD9C122}" type="presParOf" srcId="{4D100D99-D67D-4070-91C8-BD2DA64B6731}" destId="{8EA075F1-11AA-4D18-95AF-F32C934BA9BC}" srcOrd="0" destOrd="0" presId="urn:microsoft.com/office/officeart/2016/7/layout/RepeatingBendingProcessNew"/>
    <dgm:cxn modelId="{E4F39473-2DE7-4829-B4BB-F3C94A5DF43F}" type="presParOf" srcId="{C87EEC4F-68ED-4FD5-890B-3DED215B965B}" destId="{82D60151-EC0E-49AC-A86E-43CF6A2269A8}" srcOrd="4" destOrd="0" presId="urn:microsoft.com/office/officeart/2016/7/layout/RepeatingBendingProcessNew"/>
    <dgm:cxn modelId="{CDC272DA-2037-43A6-B7D6-C78C8314BB00}" type="presParOf" srcId="{C87EEC4F-68ED-4FD5-890B-3DED215B965B}" destId="{9B34B6F8-3C40-4C61-9F0F-BCB8164C2AD8}" srcOrd="5" destOrd="0" presId="urn:microsoft.com/office/officeart/2016/7/layout/RepeatingBendingProcessNew"/>
    <dgm:cxn modelId="{D82E98B7-DF7D-46A0-AB9B-856C44B90209}" type="presParOf" srcId="{9B34B6F8-3C40-4C61-9F0F-BCB8164C2AD8}" destId="{AB927BD9-85BF-4C78-AA26-F00D682F8A70}" srcOrd="0" destOrd="0" presId="urn:microsoft.com/office/officeart/2016/7/layout/RepeatingBendingProcessNew"/>
    <dgm:cxn modelId="{D3EE5E9B-97BB-47B0-BE1C-661563DBC7F7}" type="presParOf" srcId="{C87EEC4F-68ED-4FD5-890B-3DED215B965B}" destId="{4D467BA0-E0F8-43E4-B6FB-00C27F4B3289}" srcOrd="6" destOrd="0" presId="urn:microsoft.com/office/officeart/2016/7/layout/RepeatingBendingProcessNew"/>
    <dgm:cxn modelId="{933FCB39-7B1E-4F60-93B7-F84A394BA520}" type="presParOf" srcId="{C87EEC4F-68ED-4FD5-890B-3DED215B965B}" destId="{C2C5651D-ECC6-40B1-A4AB-14E6486940E0}" srcOrd="7" destOrd="0" presId="urn:microsoft.com/office/officeart/2016/7/layout/RepeatingBendingProcessNew"/>
    <dgm:cxn modelId="{0F277B31-24A4-4F25-A77E-6C55B6A4D87D}" type="presParOf" srcId="{C2C5651D-ECC6-40B1-A4AB-14E6486940E0}" destId="{A51576F1-5100-4B78-8A4E-BFE766CEF062}" srcOrd="0" destOrd="0" presId="urn:microsoft.com/office/officeart/2016/7/layout/RepeatingBendingProcessNew"/>
    <dgm:cxn modelId="{D12E6B3F-171E-44C6-B148-DBEE417B7571}" type="presParOf" srcId="{C87EEC4F-68ED-4FD5-890B-3DED215B965B}" destId="{D9D5DB59-E304-4C6D-9CD9-56FE9062E1C2}" srcOrd="8" destOrd="0" presId="urn:microsoft.com/office/officeart/2016/7/layout/RepeatingBendingProcessNew"/>
    <dgm:cxn modelId="{287B910D-1996-4CA7-9489-733C2631BA68}" type="presParOf" srcId="{C87EEC4F-68ED-4FD5-890B-3DED215B965B}" destId="{CEFE7926-4628-4888-A27F-D79F9B05D5F6}" srcOrd="9" destOrd="0" presId="urn:microsoft.com/office/officeart/2016/7/layout/RepeatingBendingProcessNew"/>
    <dgm:cxn modelId="{B088ADE5-C60E-4024-B139-2DC32C93E63D}" type="presParOf" srcId="{CEFE7926-4628-4888-A27F-D79F9B05D5F6}" destId="{AE9F9F0F-B767-466B-AC06-9F9354A0E18D}" srcOrd="0" destOrd="0" presId="urn:microsoft.com/office/officeart/2016/7/layout/RepeatingBendingProcessNew"/>
    <dgm:cxn modelId="{2F71A146-6174-40C9-B4FF-97F48E7831D8}" type="presParOf" srcId="{C87EEC4F-68ED-4FD5-890B-3DED215B965B}" destId="{539CEA8D-B0A8-4DB7-B743-5C9583CE76BB}" srcOrd="10" destOrd="0" presId="urn:microsoft.com/office/officeart/2016/7/layout/RepeatingBendingProcessNew"/>
    <dgm:cxn modelId="{A9099089-8F1A-47C5-A2C4-77002A2437C8}" type="presParOf" srcId="{C87EEC4F-68ED-4FD5-890B-3DED215B965B}" destId="{892CF2B2-BEA3-491C-9DFC-316D69208BEC}" srcOrd="11" destOrd="0" presId="urn:microsoft.com/office/officeart/2016/7/layout/RepeatingBendingProcessNew"/>
    <dgm:cxn modelId="{109B35F2-66B4-4773-B155-9460FF097B08}" type="presParOf" srcId="{892CF2B2-BEA3-491C-9DFC-316D69208BEC}" destId="{B17783BF-B84B-4103-8AB4-928C8E2246AF}" srcOrd="0" destOrd="0" presId="urn:microsoft.com/office/officeart/2016/7/layout/RepeatingBendingProcessNew"/>
    <dgm:cxn modelId="{F245BDB2-5785-4C55-9678-301669ABFB75}" type="presParOf" srcId="{C87EEC4F-68ED-4FD5-890B-3DED215B965B}" destId="{18EEEE75-80C6-4F55-9FA0-15CCAF59E7AA}" srcOrd="12" destOrd="0" presId="urn:microsoft.com/office/officeart/2016/7/layout/RepeatingBendingProcessNew"/>
    <dgm:cxn modelId="{7D3C289C-47D8-46FD-93EC-B2A0A2F55736}" type="presParOf" srcId="{C87EEC4F-68ED-4FD5-890B-3DED215B965B}" destId="{BED05DCD-146D-45F7-8572-85709036111A}" srcOrd="13" destOrd="0" presId="urn:microsoft.com/office/officeart/2016/7/layout/RepeatingBendingProcessNew"/>
    <dgm:cxn modelId="{64D29AC5-BFA1-440E-9882-22A6C397992D}" type="presParOf" srcId="{BED05DCD-146D-45F7-8572-85709036111A}" destId="{86CA7683-68EF-451F-B325-1CD88821F0AC}" srcOrd="0" destOrd="0" presId="urn:microsoft.com/office/officeart/2016/7/layout/RepeatingBendingProcessNew"/>
    <dgm:cxn modelId="{9A3272EB-9D84-4011-B6E2-5C4C5E03F052}" type="presParOf" srcId="{C87EEC4F-68ED-4FD5-890B-3DED215B965B}" destId="{82B914BD-AD12-48C5-83B1-E885B1A0C604}" srcOrd="14" destOrd="0" presId="urn:microsoft.com/office/officeart/2016/7/layout/RepeatingBendingProcessNew"/>
    <dgm:cxn modelId="{90793DE5-25C1-4CBA-94DE-60A390AD3962}" type="presParOf" srcId="{C87EEC4F-68ED-4FD5-890B-3DED215B965B}" destId="{AE372F7B-27B3-4417-A3C9-E257D81C3644}" srcOrd="15" destOrd="0" presId="urn:microsoft.com/office/officeart/2016/7/layout/RepeatingBendingProcessNew"/>
    <dgm:cxn modelId="{87425C4E-B327-4DFB-81DE-3E51A1193137}" type="presParOf" srcId="{AE372F7B-27B3-4417-A3C9-E257D81C3644}" destId="{3BC483E6-F5CE-4C02-B6A6-BBBAEDC9AE42}" srcOrd="0" destOrd="0" presId="urn:microsoft.com/office/officeart/2016/7/layout/RepeatingBendingProcessNew"/>
    <dgm:cxn modelId="{E0D99963-85A9-4122-AA51-39E08A823A44}" type="presParOf" srcId="{C87EEC4F-68ED-4FD5-890B-3DED215B965B}" destId="{21E027BF-954D-4922-92C6-5A613376A6B2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2043114-9ABD-41E6-9539-49A088873451}" type="doc">
      <dgm:prSet loTypeId="urn:microsoft.com/office/officeart/2018/layout/CircleProcess" loCatId="simpleprocesssa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1C5E55-9CC2-4010-87FB-EC0F16A73B5F}">
      <dgm:prSet/>
      <dgm:spPr/>
      <dgm:t>
        <a:bodyPr/>
        <a:lstStyle/>
        <a:p>
          <a:r>
            <a:rPr lang="en-US" b="1"/>
            <a:t>rchitecture Components</a:t>
          </a:r>
          <a:r>
            <a:rPr lang="en-US"/>
            <a:t>:</a:t>
          </a:r>
        </a:p>
      </dgm:t>
    </dgm:pt>
    <dgm:pt modelId="{A99BFC57-FA30-4913-A7AE-DF54863C73D9}" type="parTrans" cxnId="{39D9B081-31A1-4C9B-98FA-7F8DEA2BE888}">
      <dgm:prSet/>
      <dgm:spPr/>
      <dgm:t>
        <a:bodyPr/>
        <a:lstStyle/>
        <a:p>
          <a:endParaRPr lang="en-US"/>
        </a:p>
      </dgm:t>
    </dgm:pt>
    <dgm:pt modelId="{6DB7DC26-C5BE-407C-A6E7-01C286108BDD}" type="sibTrans" cxnId="{39D9B081-31A1-4C9B-98FA-7F8DEA2BE888}">
      <dgm:prSet/>
      <dgm:spPr/>
      <dgm:t>
        <a:bodyPr/>
        <a:lstStyle/>
        <a:p>
          <a:endParaRPr lang="en-US"/>
        </a:p>
      </dgm:t>
    </dgm:pt>
    <dgm:pt modelId="{060F6C9E-F87A-42D6-B577-1D5EC401534A}">
      <dgm:prSet/>
      <dgm:spPr/>
      <dgm:t>
        <a:bodyPr/>
        <a:lstStyle/>
        <a:p>
          <a:r>
            <a:rPr lang="en-US" b="1"/>
            <a:t>Presentation Layer</a:t>
          </a:r>
          <a:r>
            <a:rPr lang="en-US"/>
            <a:t>: JSP, HTML, CSS, JavaScript</a:t>
          </a:r>
        </a:p>
      </dgm:t>
    </dgm:pt>
    <dgm:pt modelId="{E5972B5B-1DE3-485C-B459-292A2A100BBA}" type="parTrans" cxnId="{0CF2C18B-61CB-4D4E-9F8D-ECA445E687B1}">
      <dgm:prSet/>
      <dgm:spPr/>
      <dgm:t>
        <a:bodyPr/>
        <a:lstStyle/>
        <a:p>
          <a:endParaRPr lang="en-US"/>
        </a:p>
      </dgm:t>
    </dgm:pt>
    <dgm:pt modelId="{72AAE5A6-D97F-467A-A0AB-223D2F80605E}" type="sibTrans" cxnId="{0CF2C18B-61CB-4D4E-9F8D-ECA445E687B1}">
      <dgm:prSet/>
      <dgm:spPr/>
      <dgm:t>
        <a:bodyPr/>
        <a:lstStyle/>
        <a:p>
          <a:endParaRPr lang="en-US"/>
        </a:p>
      </dgm:t>
    </dgm:pt>
    <dgm:pt modelId="{A9083241-26B4-49B2-A08F-DF04B727B310}">
      <dgm:prSet/>
      <dgm:spPr/>
      <dgm:t>
        <a:bodyPr/>
        <a:lstStyle/>
        <a:p>
          <a:r>
            <a:rPr lang="en-US" b="1"/>
            <a:t>Controller Layer</a:t>
          </a:r>
          <a:r>
            <a:rPr lang="en-US"/>
            <a:t>: Java Servlets</a:t>
          </a:r>
        </a:p>
      </dgm:t>
    </dgm:pt>
    <dgm:pt modelId="{F213E684-1636-4340-90B7-2FF65443832E}" type="parTrans" cxnId="{A22CC033-0879-48B7-B72F-EB7A053D5733}">
      <dgm:prSet/>
      <dgm:spPr/>
      <dgm:t>
        <a:bodyPr/>
        <a:lstStyle/>
        <a:p>
          <a:endParaRPr lang="en-US"/>
        </a:p>
      </dgm:t>
    </dgm:pt>
    <dgm:pt modelId="{78B7985B-3C5E-4E9B-A90E-119545ABDB13}" type="sibTrans" cxnId="{A22CC033-0879-48B7-B72F-EB7A053D5733}">
      <dgm:prSet/>
      <dgm:spPr/>
      <dgm:t>
        <a:bodyPr/>
        <a:lstStyle/>
        <a:p>
          <a:endParaRPr lang="en-US"/>
        </a:p>
      </dgm:t>
    </dgm:pt>
    <dgm:pt modelId="{31B0619C-7225-4341-9FFB-FDDDC82FC544}">
      <dgm:prSet/>
      <dgm:spPr/>
      <dgm:t>
        <a:bodyPr/>
        <a:lstStyle/>
        <a:p>
          <a:r>
            <a:rPr lang="en-US" b="1"/>
            <a:t>Business Layer</a:t>
          </a:r>
          <a:r>
            <a:rPr lang="en-US"/>
            <a:t>: Java Classes</a:t>
          </a:r>
        </a:p>
      </dgm:t>
    </dgm:pt>
    <dgm:pt modelId="{3EC5F475-4056-44C0-932C-F47A80F048C0}" type="parTrans" cxnId="{0FC31C4D-AE28-4E12-86E4-F9E91F95EB0E}">
      <dgm:prSet/>
      <dgm:spPr/>
      <dgm:t>
        <a:bodyPr/>
        <a:lstStyle/>
        <a:p>
          <a:endParaRPr lang="en-US"/>
        </a:p>
      </dgm:t>
    </dgm:pt>
    <dgm:pt modelId="{1D239767-7DA6-4547-BD6E-F984BF8CF04E}" type="sibTrans" cxnId="{0FC31C4D-AE28-4E12-86E4-F9E91F95EB0E}">
      <dgm:prSet/>
      <dgm:spPr/>
      <dgm:t>
        <a:bodyPr/>
        <a:lstStyle/>
        <a:p>
          <a:endParaRPr lang="en-US"/>
        </a:p>
      </dgm:t>
    </dgm:pt>
    <dgm:pt modelId="{0F9EE590-91B7-462E-BE79-42A146D8B553}">
      <dgm:prSet/>
      <dgm:spPr/>
      <dgm:t>
        <a:bodyPr/>
        <a:lstStyle/>
        <a:p>
          <a:r>
            <a:rPr lang="en-US" b="1"/>
            <a:t>Data Access Layer</a:t>
          </a:r>
          <a:r>
            <a:rPr lang="en-US"/>
            <a:t>: JDBC</a:t>
          </a:r>
        </a:p>
      </dgm:t>
    </dgm:pt>
    <dgm:pt modelId="{51685FAD-3F4D-4993-B6E2-E83C20E204F8}" type="parTrans" cxnId="{A01C50D9-5F60-4172-9DF1-9CE616AB25CD}">
      <dgm:prSet/>
      <dgm:spPr/>
      <dgm:t>
        <a:bodyPr/>
        <a:lstStyle/>
        <a:p>
          <a:endParaRPr lang="en-US"/>
        </a:p>
      </dgm:t>
    </dgm:pt>
    <dgm:pt modelId="{9086ECA1-EBD9-4574-AF37-2D4B7D9EB75B}" type="sibTrans" cxnId="{A01C50D9-5F60-4172-9DF1-9CE616AB25CD}">
      <dgm:prSet/>
      <dgm:spPr/>
      <dgm:t>
        <a:bodyPr/>
        <a:lstStyle/>
        <a:p>
          <a:endParaRPr lang="en-US"/>
        </a:p>
      </dgm:t>
    </dgm:pt>
    <dgm:pt modelId="{B647BD5B-301E-4E12-91F0-8FC423FEC5D2}">
      <dgm:prSet/>
      <dgm:spPr/>
      <dgm:t>
        <a:bodyPr/>
        <a:lstStyle/>
        <a:p>
          <a:r>
            <a:rPr lang="en-US" b="1"/>
            <a:t>Database</a:t>
          </a:r>
          <a:r>
            <a:rPr lang="en-US"/>
            <a:t>: MySQL</a:t>
          </a:r>
        </a:p>
      </dgm:t>
    </dgm:pt>
    <dgm:pt modelId="{CF859F3A-A444-47D5-A205-A140EB649C74}" type="parTrans" cxnId="{EAFC681A-2A14-4566-90CA-3A3854EA8F54}">
      <dgm:prSet/>
      <dgm:spPr/>
      <dgm:t>
        <a:bodyPr/>
        <a:lstStyle/>
        <a:p>
          <a:endParaRPr lang="en-US"/>
        </a:p>
      </dgm:t>
    </dgm:pt>
    <dgm:pt modelId="{DFB07707-48C8-445A-8FE6-9E528765FA6C}" type="sibTrans" cxnId="{EAFC681A-2A14-4566-90CA-3A3854EA8F54}">
      <dgm:prSet/>
      <dgm:spPr/>
      <dgm:t>
        <a:bodyPr/>
        <a:lstStyle/>
        <a:p>
          <a:endParaRPr lang="en-US"/>
        </a:p>
      </dgm:t>
    </dgm:pt>
    <dgm:pt modelId="{99D36055-040F-4D14-A244-B12D6E839345}">
      <dgm:prSet/>
      <dgm:spPr/>
      <dgm:t>
        <a:bodyPr/>
        <a:lstStyle/>
        <a:p>
          <a:r>
            <a:rPr lang="en-US" b="1"/>
            <a:t>External Services</a:t>
          </a:r>
          <a:r>
            <a:rPr lang="en-US"/>
            <a:t>: Gmail SMTP</a:t>
          </a:r>
        </a:p>
      </dgm:t>
    </dgm:pt>
    <dgm:pt modelId="{DC6780F2-3F87-4FC4-87BC-B3977D9C2C2B}" type="parTrans" cxnId="{FB2FBCFD-FB8B-4079-9801-99A78375F795}">
      <dgm:prSet/>
      <dgm:spPr/>
      <dgm:t>
        <a:bodyPr/>
        <a:lstStyle/>
        <a:p>
          <a:endParaRPr lang="en-US"/>
        </a:p>
      </dgm:t>
    </dgm:pt>
    <dgm:pt modelId="{E6A2FFA2-3139-446F-AFE3-3C23E0DE18EE}" type="sibTrans" cxnId="{FB2FBCFD-FB8B-4079-9801-99A78375F795}">
      <dgm:prSet/>
      <dgm:spPr/>
      <dgm:t>
        <a:bodyPr/>
        <a:lstStyle/>
        <a:p>
          <a:endParaRPr lang="en-US"/>
        </a:p>
      </dgm:t>
    </dgm:pt>
    <dgm:pt modelId="{6729924D-6ED7-4DC4-8E85-D1DAB4141141}" type="pres">
      <dgm:prSet presAssocID="{E2043114-9ABD-41E6-9539-49A088873451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72E4814-C36B-4309-B87C-0F415669850A}" type="pres">
      <dgm:prSet presAssocID="{99D36055-040F-4D14-A244-B12D6E839345}" presName="Accent7" presStyleCnt="0"/>
      <dgm:spPr/>
    </dgm:pt>
    <dgm:pt modelId="{4C35E11F-1AC8-4038-A9BF-249C2F60AB75}" type="pres">
      <dgm:prSet presAssocID="{99D36055-040F-4D14-A244-B12D6E839345}" presName="Accent" presStyleLbl="node1" presStyleIdx="0" presStyleCnt="14"/>
      <dgm:spPr/>
    </dgm:pt>
    <dgm:pt modelId="{05986396-F835-4DB9-AEFF-1DE6A2EA7ED9}" type="pres">
      <dgm:prSet presAssocID="{99D36055-040F-4D14-A244-B12D6E839345}" presName="ParentBackground7" presStyleCnt="0"/>
      <dgm:spPr/>
    </dgm:pt>
    <dgm:pt modelId="{306025EF-3A0F-4FD7-B42D-F40483F0A4FB}" type="pres">
      <dgm:prSet presAssocID="{99D36055-040F-4D14-A244-B12D6E839345}" presName="ParentBackground" presStyleLbl="node1" presStyleIdx="1" presStyleCnt="14"/>
      <dgm:spPr/>
    </dgm:pt>
    <dgm:pt modelId="{5FF894D8-E502-4F82-A53B-7D7DFC4C20E1}" type="pres">
      <dgm:prSet presAssocID="{99D36055-040F-4D14-A244-B12D6E839345}" presName="Parent7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E01D0679-ED70-4301-A2D2-B064AA043DD4}" type="pres">
      <dgm:prSet presAssocID="{B647BD5B-301E-4E12-91F0-8FC423FEC5D2}" presName="Accent6" presStyleCnt="0"/>
      <dgm:spPr/>
    </dgm:pt>
    <dgm:pt modelId="{3B8627F7-06C5-4C1C-ABEA-71C03E260B00}" type="pres">
      <dgm:prSet presAssocID="{B647BD5B-301E-4E12-91F0-8FC423FEC5D2}" presName="Accent" presStyleLbl="node1" presStyleIdx="2" presStyleCnt="14"/>
      <dgm:spPr/>
    </dgm:pt>
    <dgm:pt modelId="{1129FDD1-1E39-4EEE-B48E-41A1EF8AF98B}" type="pres">
      <dgm:prSet presAssocID="{B647BD5B-301E-4E12-91F0-8FC423FEC5D2}" presName="ParentBackground6" presStyleCnt="0"/>
      <dgm:spPr/>
    </dgm:pt>
    <dgm:pt modelId="{E4A9A6D9-B81E-4F9D-80BD-38E433C87732}" type="pres">
      <dgm:prSet presAssocID="{B647BD5B-301E-4E12-91F0-8FC423FEC5D2}" presName="ParentBackground" presStyleLbl="node1" presStyleIdx="3" presStyleCnt="14"/>
      <dgm:spPr/>
    </dgm:pt>
    <dgm:pt modelId="{46F1B33D-DD96-4041-AB38-081901D167AC}" type="pres">
      <dgm:prSet presAssocID="{B647BD5B-301E-4E12-91F0-8FC423FEC5D2}" presName="Parent6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2FE7BFC0-B88C-4049-9F65-B82CA92BBFE3}" type="pres">
      <dgm:prSet presAssocID="{0F9EE590-91B7-462E-BE79-42A146D8B553}" presName="Accent5" presStyleCnt="0"/>
      <dgm:spPr/>
    </dgm:pt>
    <dgm:pt modelId="{F848CF97-E978-4DFF-B5AB-7E05CA741FAC}" type="pres">
      <dgm:prSet presAssocID="{0F9EE590-91B7-462E-BE79-42A146D8B553}" presName="Accent" presStyleLbl="node1" presStyleIdx="4" presStyleCnt="14"/>
      <dgm:spPr/>
    </dgm:pt>
    <dgm:pt modelId="{2AC3587C-8BE8-4104-A945-999994CADCDE}" type="pres">
      <dgm:prSet presAssocID="{0F9EE590-91B7-462E-BE79-42A146D8B553}" presName="ParentBackground5" presStyleCnt="0"/>
      <dgm:spPr/>
    </dgm:pt>
    <dgm:pt modelId="{03429E12-9A4D-4538-B58D-64E8CB32F9A3}" type="pres">
      <dgm:prSet presAssocID="{0F9EE590-91B7-462E-BE79-42A146D8B553}" presName="ParentBackground" presStyleLbl="node1" presStyleIdx="5" presStyleCnt="14"/>
      <dgm:spPr/>
    </dgm:pt>
    <dgm:pt modelId="{89346E85-BD57-45BA-9299-094F470C54B5}" type="pres">
      <dgm:prSet presAssocID="{0F9EE590-91B7-462E-BE79-42A146D8B553}" presName="Parent5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978F8077-FA53-422E-8525-E3B68E038289}" type="pres">
      <dgm:prSet presAssocID="{31B0619C-7225-4341-9FFB-FDDDC82FC544}" presName="Accent4" presStyleCnt="0"/>
      <dgm:spPr/>
    </dgm:pt>
    <dgm:pt modelId="{CBB771D2-3E7E-43A6-B1BC-CD802694D240}" type="pres">
      <dgm:prSet presAssocID="{31B0619C-7225-4341-9FFB-FDDDC82FC544}" presName="Accent" presStyleLbl="node1" presStyleIdx="6" presStyleCnt="14"/>
      <dgm:spPr/>
    </dgm:pt>
    <dgm:pt modelId="{86690FA0-F00B-4B3D-8B65-33296F2AAC1F}" type="pres">
      <dgm:prSet presAssocID="{31B0619C-7225-4341-9FFB-FDDDC82FC544}" presName="ParentBackground4" presStyleCnt="0"/>
      <dgm:spPr/>
    </dgm:pt>
    <dgm:pt modelId="{CEF2B27D-A4E0-442B-821B-695EF99925DC}" type="pres">
      <dgm:prSet presAssocID="{31B0619C-7225-4341-9FFB-FDDDC82FC544}" presName="ParentBackground" presStyleLbl="node1" presStyleIdx="7" presStyleCnt="14"/>
      <dgm:spPr/>
    </dgm:pt>
    <dgm:pt modelId="{2F1C9F2D-4469-4866-8403-1D6446466DBA}" type="pres">
      <dgm:prSet presAssocID="{31B0619C-7225-4341-9FFB-FDDDC82FC544}" presName="Parent4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37E8EA62-6177-4EAB-82B0-44D62DF97418}" type="pres">
      <dgm:prSet presAssocID="{A9083241-26B4-49B2-A08F-DF04B727B310}" presName="Accent3" presStyleCnt="0"/>
      <dgm:spPr/>
    </dgm:pt>
    <dgm:pt modelId="{6A898FFF-513F-41EF-B69B-7661FFD7CD78}" type="pres">
      <dgm:prSet presAssocID="{A9083241-26B4-49B2-A08F-DF04B727B310}" presName="Accent" presStyleLbl="node1" presStyleIdx="8" presStyleCnt="14"/>
      <dgm:spPr/>
    </dgm:pt>
    <dgm:pt modelId="{D1B42A04-C69A-4E40-A276-58F176465BDD}" type="pres">
      <dgm:prSet presAssocID="{A9083241-26B4-49B2-A08F-DF04B727B310}" presName="ParentBackground3" presStyleCnt="0"/>
      <dgm:spPr/>
    </dgm:pt>
    <dgm:pt modelId="{E02ED12A-24B6-4306-9598-031B5E5928CD}" type="pres">
      <dgm:prSet presAssocID="{A9083241-26B4-49B2-A08F-DF04B727B310}" presName="ParentBackground" presStyleLbl="node1" presStyleIdx="9" presStyleCnt="14"/>
      <dgm:spPr/>
    </dgm:pt>
    <dgm:pt modelId="{65EC64FF-37B5-4DA4-9CB1-C53FCF6C184D}" type="pres">
      <dgm:prSet presAssocID="{A9083241-26B4-49B2-A08F-DF04B727B310}" presName="Parent3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7D871475-BC61-4306-81F1-2CF7C6B7BC22}" type="pres">
      <dgm:prSet presAssocID="{060F6C9E-F87A-42D6-B577-1D5EC401534A}" presName="Accent2" presStyleCnt="0"/>
      <dgm:spPr/>
    </dgm:pt>
    <dgm:pt modelId="{7BF16AB8-1CCC-44E6-AB29-9D44842750F5}" type="pres">
      <dgm:prSet presAssocID="{060F6C9E-F87A-42D6-B577-1D5EC401534A}" presName="Accent" presStyleLbl="node1" presStyleIdx="10" presStyleCnt="14"/>
      <dgm:spPr/>
    </dgm:pt>
    <dgm:pt modelId="{9630A755-04C2-4051-8FA1-70F020DC8144}" type="pres">
      <dgm:prSet presAssocID="{060F6C9E-F87A-42D6-B577-1D5EC401534A}" presName="ParentBackground2" presStyleCnt="0"/>
      <dgm:spPr/>
    </dgm:pt>
    <dgm:pt modelId="{3C6335AA-51B6-4EBC-B7EE-FD380E38C9BF}" type="pres">
      <dgm:prSet presAssocID="{060F6C9E-F87A-42D6-B577-1D5EC401534A}" presName="ParentBackground" presStyleLbl="node1" presStyleIdx="11" presStyleCnt="14"/>
      <dgm:spPr/>
    </dgm:pt>
    <dgm:pt modelId="{E9DF358F-292B-4B91-B799-E346C6201237}" type="pres">
      <dgm:prSet presAssocID="{060F6C9E-F87A-42D6-B577-1D5EC401534A}" presName="Parent2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3B14066F-0801-4251-BAD9-4E04E01E4C84}" type="pres">
      <dgm:prSet presAssocID="{381C5E55-9CC2-4010-87FB-EC0F16A73B5F}" presName="Accent1" presStyleCnt="0"/>
      <dgm:spPr/>
    </dgm:pt>
    <dgm:pt modelId="{C8A47333-AAB0-4345-A327-6C785BAE9D2E}" type="pres">
      <dgm:prSet presAssocID="{381C5E55-9CC2-4010-87FB-EC0F16A73B5F}" presName="Accent" presStyleLbl="node1" presStyleIdx="12" presStyleCnt="14"/>
      <dgm:spPr/>
    </dgm:pt>
    <dgm:pt modelId="{52853E46-4B0E-4683-8907-0CB7EF64B44A}" type="pres">
      <dgm:prSet presAssocID="{381C5E55-9CC2-4010-87FB-EC0F16A73B5F}" presName="ParentBackground1" presStyleCnt="0"/>
      <dgm:spPr/>
    </dgm:pt>
    <dgm:pt modelId="{1D61F99F-6E36-477F-867F-EE3D071D755A}" type="pres">
      <dgm:prSet presAssocID="{381C5E55-9CC2-4010-87FB-EC0F16A73B5F}" presName="ParentBackground" presStyleLbl="node1" presStyleIdx="13" presStyleCnt="14"/>
      <dgm:spPr/>
    </dgm:pt>
    <dgm:pt modelId="{2CDCB4B1-1556-4E6F-B79B-2D984CE48024}" type="pres">
      <dgm:prSet presAssocID="{381C5E55-9CC2-4010-87FB-EC0F16A73B5F}" presName="Parent1" presStyleLbl="fgAcc0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5FFDB302-41B8-44F7-9E2A-8488BD7EE74C}" type="presOf" srcId="{99D36055-040F-4D14-A244-B12D6E839345}" destId="{306025EF-3A0F-4FD7-B42D-F40483F0A4FB}" srcOrd="0" destOrd="0" presId="urn:microsoft.com/office/officeart/2018/layout/CircleProcess"/>
    <dgm:cxn modelId="{EAFC681A-2A14-4566-90CA-3A3854EA8F54}" srcId="{E2043114-9ABD-41E6-9539-49A088873451}" destId="{B647BD5B-301E-4E12-91F0-8FC423FEC5D2}" srcOrd="5" destOrd="0" parTransId="{CF859F3A-A444-47D5-A205-A140EB649C74}" sibTransId="{DFB07707-48C8-445A-8FE6-9E528765FA6C}"/>
    <dgm:cxn modelId="{7DC71A29-3277-4BCC-95EB-BDC6BC2CBCB7}" type="presOf" srcId="{381C5E55-9CC2-4010-87FB-EC0F16A73B5F}" destId="{2CDCB4B1-1556-4E6F-B79B-2D984CE48024}" srcOrd="1" destOrd="0" presId="urn:microsoft.com/office/officeart/2018/layout/CircleProcess"/>
    <dgm:cxn modelId="{FE8D582B-929E-409F-BB5A-8BFD47485043}" type="presOf" srcId="{E2043114-9ABD-41E6-9539-49A088873451}" destId="{6729924D-6ED7-4DC4-8E85-D1DAB4141141}" srcOrd="0" destOrd="0" presId="urn:microsoft.com/office/officeart/2018/layout/CircleProcess"/>
    <dgm:cxn modelId="{A22CC033-0879-48B7-B72F-EB7A053D5733}" srcId="{E2043114-9ABD-41E6-9539-49A088873451}" destId="{A9083241-26B4-49B2-A08F-DF04B727B310}" srcOrd="2" destOrd="0" parTransId="{F213E684-1636-4340-90B7-2FF65443832E}" sibTransId="{78B7985B-3C5E-4E9B-A90E-119545ABDB13}"/>
    <dgm:cxn modelId="{B6570B3D-E214-4776-BE1F-5AD265015B9B}" type="presOf" srcId="{A9083241-26B4-49B2-A08F-DF04B727B310}" destId="{65EC64FF-37B5-4DA4-9CB1-C53FCF6C184D}" srcOrd="1" destOrd="0" presId="urn:microsoft.com/office/officeart/2018/layout/CircleProcess"/>
    <dgm:cxn modelId="{7C8DBA5C-EBE0-4D9F-8BBF-45B73F789978}" type="presOf" srcId="{060F6C9E-F87A-42D6-B577-1D5EC401534A}" destId="{E9DF358F-292B-4B91-B799-E346C6201237}" srcOrd="1" destOrd="0" presId="urn:microsoft.com/office/officeart/2018/layout/CircleProcess"/>
    <dgm:cxn modelId="{FC5A2164-10A0-408B-AF52-05500E77C86C}" type="presOf" srcId="{0F9EE590-91B7-462E-BE79-42A146D8B553}" destId="{03429E12-9A4D-4538-B58D-64E8CB32F9A3}" srcOrd="0" destOrd="0" presId="urn:microsoft.com/office/officeart/2018/layout/CircleProcess"/>
    <dgm:cxn modelId="{0B186148-3B5E-460B-9021-884FFA6D5BB6}" type="presOf" srcId="{99D36055-040F-4D14-A244-B12D6E839345}" destId="{5FF894D8-E502-4F82-A53B-7D7DFC4C20E1}" srcOrd="1" destOrd="0" presId="urn:microsoft.com/office/officeart/2018/layout/CircleProcess"/>
    <dgm:cxn modelId="{A06EAE69-1DAF-488F-A3BB-30E77BB8D715}" type="presOf" srcId="{A9083241-26B4-49B2-A08F-DF04B727B310}" destId="{E02ED12A-24B6-4306-9598-031B5E5928CD}" srcOrd="0" destOrd="0" presId="urn:microsoft.com/office/officeart/2018/layout/CircleProcess"/>
    <dgm:cxn modelId="{0FC31C4D-AE28-4E12-86E4-F9E91F95EB0E}" srcId="{E2043114-9ABD-41E6-9539-49A088873451}" destId="{31B0619C-7225-4341-9FFB-FDDDC82FC544}" srcOrd="3" destOrd="0" parTransId="{3EC5F475-4056-44C0-932C-F47A80F048C0}" sibTransId="{1D239767-7DA6-4547-BD6E-F984BF8CF04E}"/>
    <dgm:cxn modelId="{39D9B081-31A1-4C9B-98FA-7F8DEA2BE888}" srcId="{E2043114-9ABD-41E6-9539-49A088873451}" destId="{381C5E55-9CC2-4010-87FB-EC0F16A73B5F}" srcOrd="0" destOrd="0" parTransId="{A99BFC57-FA30-4913-A7AE-DF54863C73D9}" sibTransId="{6DB7DC26-C5BE-407C-A6E7-01C286108BDD}"/>
    <dgm:cxn modelId="{128B0084-3730-4DB4-9B3C-C67CB88CFA5D}" type="presOf" srcId="{31B0619C-7225-4341-9FFB-FDDDC82FC544}" destId="{CEF2B27D-A4E0-442B-821B-695EF99925DC}" srcOrd="0" destOrd="0" presId="urn:microsoft.com/office/officeart/2018/layout/CircleProcess"/>
    <dgm:cxn modelId="{0684A58B-B0A3-4952-9371-ABA80F6EF236}" type="presOf" srcId="{0F9EE590-91B7-462E-BE79-42A146D8B553}" destId="{89346E85-BD57-45BA-9299-094F470C54B5}" srcOrd="1" destOrd="0" presId="urn:microsoft.com/office/officeart/2018/layout/CircleProcess"/>
    <dgm:cxn modelId="{0CF2C18B-61CB-4D4E-9F8D-ECA445E687B1}" srcId="{E2043114-9ABD-41E6-9539-49A088873451}" destId="{060F6C9E-F87A-42D6-B577-1D5EC401534A}" srcOrd="1" destOrd="0" parTransId="{E5972B5B-1DE3-485C-B459-292A2A100BBA}" sibTransId="{72AAE5A6-D97F-467A-A0AB-223D2F80605E}"/>
    <dgm:cxn modelId="{3B0DC991-EE23-4EAE-AF6E-E45447D824EC}" type="presOf" srcId="{381C5E55-9CC2-4010-87FB-EC0F16A73B5F}" destId="{1D61F99F-6E36-477F-867F-EE3D071D755A}" srcOrd="0" destOrd="0" presId="urn:microsoft.com/office/officeart/2018/layout/CircleProcess"/>
    <dgm:cxn modelId="{A01C50D9-5F60-4172-9DF1-9CE616AB25CD}" srcId="{E2043114-9ABD-41E6-9539-49A088873451}" destId="{0F9EE590-91B7-462E-BE79-42A146D8B553}" srcOrd="4" destOrd="0" parTransId="{51685FAD-3F4D-4993-B6E2-E83C20E204F8}" sibTransId="{9086ECA1-EBD9-4574-AF37-2D4B7D9EB75B}"/>
    <dgm:cxn modelId="{E9D88ADB-CCD7-4031-B8C0-CEA6E0CC009A}" type="presOf" srcId="{060F6C9E-F87A-42D6-B577-1D5EC401534A}" destId="{3C6335AA-51B6-4EBC-B7EE-FD380E38C9BF}" srcOrd="0" destOrd="0" presId="urn:microsoft.com/office/officeart/2018/layout/CircleProcess"/>
    <dgm:cxn modelId="{70E4CCDF-B5E3-41DE-BB8F-1C954A3FFE10}" type="presOf" srcId="{31B0619C-7225-4341-9FFB-FDDDC82FC544}" destId="{2F1C9F2D-4469-4866-8403-1D6446466DBA}" srcOrd="1" destOrd="0" presId="urn:microsoft.com/office/officeart/2018/layout/CircleProcess"/>
    <dgm:cxn modelId="{232A1BED-37FA-446E-93B0-98423A8F0438}" type="presOf" srcId="{B647BD5B-301E-4E12-91F0-8FC423FEC5D2}" destId="{E4A9A6D9-B81E-4F9D-80BD-38E433C87732}" srcOrd="0" destOrd="0" presId="urn:microsoft.com/office/officeart/2018/layout/CircleProcess"/>
    <dgm:cxn modelId="{B47324F1-17DB-4C81-8001-8454761EC4A3}" type="presOf" srcId="{B647BD5B-301E-4E12-91F0-8FC423FEC5D2}" destId="{46F1B33D-DD96-4041-AB38-081901D167AC}" srcOrd="1" destOrd="0" presId="urn:microsoft.com/office/officeart/2018/layout/CircleProcess"/>
    <dgm:cxn modelId="{FB2FBCFD-FB8B-4079-9801-99A78375F795}" srcId="{E2043114-9ABD-41E6-9539-49A088873451}" destId="{99D36055-040F-4D14-A244-B12D6E839345}" srcOrd="6" destOrd="0" parTransId="{DC6780F2-3F87-4FC4-87BC-B3977D9C2C2B}" sibTransId="{E6A2FFA2-3139-446F-AFE3-3C23E0DE18EE}"/>
    <dgm:cxn modelId="{FA75C03F-35C5-4837-A8A5-9A3F1742650B}" type="presParOf" srcId="{6729924D-6ED7-4DC4-8E85-D1DAB4141141}" destId="{972E4814-C36B-4309-B87C-0F415669850A}" srcOrd="0" destOrd="0" presId="urn:microsoft.com/office/officeart/2018/layout/CircleProcess"/>
    <dgm:cxn modelId="{006932EC-D618-4A43-BC66-E9D6FA3627FB}" type="presParOf" srcId="{972E4814-C36B-4309-B87C-0F415669850A}" destId="{4C35E11F-1AC8-4038-A9BF-249C2F60AB75}" srcOrd="0" destOrd="0" presId="urn:microsoft.com/office/officeart/2018/layout/CircleProcess"/>
    <dgm:cxn modelId="{D1062732-56FA-4CCC-B8A1-FD2A9E7ABD6C}" type="presParOf" srcId="{6729924D-6ED7-4DC4-8E85-D1DAB4141141}" destId="{05986396-F835-4DB9-AEFF-1DE6A2EA7ED9}" srcOrd="1" destOrd="0" presId="urn:microsoft.com/office/officeart/2018/layout/CircleProcess"/>
    <dgm:cxn modelId="{F10B3772-E304-4292-A701-852CE13423D1}" type="presParOf" srcId="{05986396-F835-4DB9-AEFF-1DE6A2EA7ED9}" destId="{306025EF-3A0F-4FD7-B42D-F40483F0A4FB}" srcOrd="0" destOrd="0" presId="urn:microsoft.com/office/officeart/2018/layout/CircleProcess"/>
    <dgm:cxn modelId="{B78227CE-F4CD-4E8C-9C23-A8D2F4150E05}" type="presParOf" srcId="{6729924D-6ED7-4DC4-8E85-D1DAB4141141}" destId="{5FF894D8-E502-4F82-A53B-7D7DFC4C20E1}" srcOrd="2" destOrd="0" presId="urn:microsoft.com/office/officeart/2018/layout/CircleProcess"/>
    <dgm:cxn modelId="{889EDD7F-B978-4AB9-A743-53105F93B64C}" type="presParOf" srcId="{6729924D-6ED7-4DC4-8E85-D1DAB4141141}" destId="{E01D0679-ED70-4301-A2D2-B064AA043DD4}" srcOrd="3" destOrd="0" presId="urn:microsoft.com/office/officeart/2018/layout/CircleProcess"/>
    <dgm:cxn modelId="{301A6224-7689-487B-9505-563E57916D04}" type="presParOf" srcId="{E01D0679-ED70-4301-A2D2-B064AA043DD4}" destId="{3B8627F7-06C5-4C1C-ABEA-71C03E260B00}" srcOrd="0" destOrd="0" presId="urn:microsoft.com/office/officeart/2018/layout/CircleProcess"/>
    <dgm:cxn modelId="{46C1A3C7-80D2-4DCF-80EC-406ECB7B323C}" type="presParOf" srcId="{6729924D-6ED7-4DC4-8E85-D1DAB4141141}" destId="{1129FDD1-1E39-4EEE-B48E-41A1EF8AF98B}" srcOrd="4" destOrd="0" presId="urn:microsoft.com/office/officeart/2018/layout/CircleProcess"/>
    <dgm:cxn modelId="{40735B4F-41CE-4BB3-B922-959E5382E75E}" type="presParOf" srcId="{1129FDD1-1E39-4EEE-B48E-41A1EF8AF98B}" destId="{E4A9A6D9-B81E-4F9D-80BD-38E433C87732}" srcOrd="0" destOrd="0" presId="urn:microsoft.com/office/officeart/2018/layout/CircleProcess"/>
    <dgm:cxn modelId="{F40C7DF2-7AC4-48DC-81B1-D8F3E945006C}" type="presParOf" srcId="{6729924D-6ED7-4DC4-8E85-D1DAB4141141}" destId="{46F1B33D-DD96-4041-AB38-081901D167AC}" srcOrd="5" destOrd="0" presId="urn:microsoft.com/office/officeart/2018/layout/CircleProcess"/>
    <dgm:cxn modelId="{4CF84C29-5E2C-4A82-BB61-D7A311095BF4}" type="presParOf" srcId="{6729924D-6ED7-4DC4-8E85-D1DAB4141141}" destId="{2FE7BFC0-B88C-4049-9F65-B82CA92BBFE3}" srcOrd="6" destOrd="0" presId="urn:microsoft.com/office/officeart/2018/layout/CircleProcess"/>
    <dgm:cxn modelId="{3497165C-69E3-4CD4-8216-D2DC014C0127}" type="presParOf" srcId="{2FE7BFC0-B88C-4049-9F65-B82CA92BBFE3}" destId="{F848CF97-E978-4DFF-B5AB-7E05CA741FAC}" srcOrd="0" destOrd="0" presId="urn:microsoft.com/office/officeart/2018/layout/CircleProcess"/>
    <dgm:cxn modelId="{75E18FBF-295D-4747-90B2-FD335EDDD60B}" type="presParOf" srcId="{6729924D-6ED7-4DC4-8E85-D1DAB4141141}" destId="{2AC3587C-8BE8-4104-A945-999994CADCDE}" srcOrd="7" destOrd="0" presId="urn:microsoft.com/office/officeart/2018/layout/CircleProcess"/>
    <dgm:cxn modelId="{6273B81C-4DBA-4975-9B09-CAE033438FDB}" type="presParOf" srcId="{2AC3587C-8BE8-4104-A945-999994CADCDE}" destId="{03429E12-9A4D-4538-B58D-64E8CB32F9A3}" srcOrd="0" destOrd="0" presId="urn:microsoft.com/office/officeart/2018/layout/CircleProcess"/>
    <dgm:cxn modelId="{EAC7C367-06B7-4E5A-A6E3-01DE756D45F2}" type="presParOf" srcId="{6729924D-6ED7-4DC4-8E85-D1DAB4141141}" destId="{89346E85-BD57-45BA-9299-094F470C54B5}" srcOrd="8" destOrd="0" presId="urn:microsoft.com/office/officeart/2018/layout/CircleProcess"/>
    <dgm:cxn modelId="{02A8FDFC-725B-40FE-897A-DD062166CAB0}" type="presParOf" srcId="{6729924D-6ED7-4DC4-8E85-D1DAB4141141}" destId="{978F8077-FA53-422E-8525-E3B68E038289}" srcOrd="9" destOrd="0" presId="urn:microsoft.com/office/officeart/2018/layout/CircleProcess"/>
    <dgm:cxn modelId="{3F230100-3EC0-4D19-94DF-FC22164BF67F}" type="presParOf" srcId="{978F8077-FA53-422E-8525-E3B68E038289}" destId="{CBB771D2-3E7E-43A6-B1BC-CD802694D240}" srcOrd="0" destOrd="0" presId="urn:microsoft.com/office/officeart/2018/layout/CircleProcess"/>
    <dgm:cxn modelId="{8D0111E5-6F80-4D35-94B3-FB5343BFE21A}" type="presParOf" srcId="{6729924D-6ED7-4DC4-8E85-D1DAB4141141}" destId="{86690FA0-F00B-4B3D-8B65-33296F2AAC1F}" srcOrd="10" destOrd="0" presId="urn:microsoft.com/office/officeart/2018/layout/CircleProcess"/>
    <dgm:cxn modelId="{BD890464-2DA8-47DC-B774-BCE5E1A9AC56}" type="presParOf" srcId="{86690FA0-F00B-4B3D-8B65-33296F2AAC1F}" destId="{CEF2B27D-A4E0-442B-821B-695EF99925DC}" srcOrd="0" destOrd="0" presId="urn:microsoft.com/office/officeart/2018/layout/CircleProcess"/>
    <dgm:cxn modelId="{6B51E697-ECB1-4A42-9C6C-3230E32963FF}" type="presParOf" srcId="{6729924D-6ED7-4DC4-8E85-D1DAB4141141}" destId="{2F1C9F2D-4469-4866-8403-1D6446466DBA}" srcOrd="11" destOrd="0" presId="urn:microsoft.com/office/officeart/2018/layout/CircleProcess"/>
    <dgm:cxn modelId="{7CBEEC24-1A96-4ABE-83D4-FA32DC6FBFDF}" type="presParOf" srcId="{6729924D-6ED7-4DC4-8E85-D1DAB4141141}" destId="{37E8EA62-6177-4EAB-82B0-44D62DF97418}" srcOrd="12" destOrd="0" presId="urn:microsoft.com/office/officeart/2018/layout/CircleProcess"/>
    <dgm:cxn modelId="{6A9BAA89-6639-479F-88AA-E567924A68F1}" type="presParOf" srcId="{37E8EA62-6177-4EAB-82B0-44D62DF97418}" destId="{6A898FFF-513F-41EF-B69B-7661FFD7CD78}" srcOrd="0" destOrd="0" presId="urn:microsoft.com/office/officeart/2018/layout/CircleProcess"/>
    <dgm:cxn modelId="{A35761DF-7C06-469C-A338-89E0D2FD269A}" type="presParOf" srcId="{6729924D-6ED7-4DC4-8E85-D1DAB4141141}" destId="{D1B42A04-C69A-4E40-A276-58F176465BDD}" srcOrd="13" destOrd="0" presId="urn:microsoft.com/office/officeart/2018/layout/CircleProcess"/>
    <dgm:cxn modelId="{4E1009B0-9AD5-4979-A5BB-C5D8F2C493C8}" type="presParOf" srcId="{D1B42A04-C69A-4E40-A276-58F176465BDD}" destId="{E02ED12A-24B6-4306-9598-031B5E5928CD}" srcOrd="0" destOrd="0" presId="urn:microsoft.com/office/officeart/2018/layout/CircleProcess"/>
    <dgm:cxn modelId="{44029F81-B2C3-4EC5-9EC8-D1A4E3431BA6}" type="presParOf" srcId="{6729924D-6ED7-4DC4-8E85-D1DAB4141141}" destId="{65EC64FF-37B5-4DA4-9CB1-C53FCF6C184D}" srcOrd="14" destOrd="0" presId="urn:microsoft.com/office/officeart/2018/layout/CircleProcess"/>
    <dgm:cxn modelId="{153228F0-F5AA-4B64-9141-68751B2A35EC}" type="presParOf" srcId="{6729924D-6ED7-4DC4-8E85-D1DAB4141141}" destId="{7D871475-BC61-4306-81F1-2CF7C6B7BC22}" srcOrd="15" destOrd="0" presId="urn:microsoft.com/office/officeart/2018/layout/CircleProcess"/>
    <dgm:cxn modelId="{E1EE9FA4-CF3E-46E9-9FC2-6DE92A66AE31}" type="presParOf" srcId="{7D871475-BC61-4306-81F1-2CF7C6B7BC22}" destId="{7BF16AB8-1CCC-44E6-AB29-9D44842750F5}" srcOrd="0" destOrd="0" presId="urn:microsoft.com/office/officeart/2018/layout/CircleProcess"/>
    <dgm:cxn modelId="{1C1D6C20-6522-43BE-B64C-2288EC25C206}" type="presParOf" srcId="{6729924D-6ED7-4DC4-8E85-D1DAB4141141}" destId="{9630A755-04C2-4051-8FA1-70F020DC8144}" srcOrd="16" destOrd="0" presId="urn:microsoft.com/office/officeart/2018/layout/CircleProcess"/>
    <dgm:cxn modelId="{408FEAA9-1F73-463E-91B3-034AFBB69194}" type="presParOf" srcId="{9630A755-04C2-4051-8FA1-70F020DC8144}" destId="{3C6335AA-51B6-4EBC-B7EE-FD380E38C9BF}" srcOrd="0" destOrd="0" presId="urn:microsoft.com/office/officeart/2018/layout/CircleProcess"/>
    <dgm:cxn modelId="{2D45E183-4337-4513-A1CE-4BD5FE662458}" type="presParOf" srcId="{6729924D-6ED7-4DC4-8E85-D1DAB4141141}" destId="{E9DF358F-292B-4B91-B799-E346C6201237}" srcOrd="17" destOrd="0" presId="urn:microsoft.com/office/officeart/2018/layout/CircleProcess"/>
    <dgm:cxn modelId="{366BD084-C51A-491D-AED0-3E9BE4092D8E}" type="presParOf" srcId="{6729924D-6ED7-4DC4-8E85-D1DAB4141141}" destId="{3B14066F-0801-4251-BAD9-4E04E01E4C84}" srcOrd="18" destOrd="0" presId="urn:microsoft.com/office/officeart/2018/layout/CircleProcess"/>
    <dgm:cxn modelId="{64A4C093-F720-47E5-BF81-58AEA26E1736}" type="presParOf" srcId="{3B14066F-0801-4251-BAD9-4E04E01E4C84}" destId="{C8A47333-AAB0-4345-A327-6C785BAE9D2E}" srcOrd="0" destOrd="0" presId="urn:microsoft.com/office/officeart/2018/layout/CircleProcess"/>
    <dgm:cxn modelId="{3968A8FA-0A55-488C-8ED6-4BE3CCB44A6F}" type="presParOf" srcId="{6729924D-6ED7-4DC4-8E85-D1DAB4141141}" destId="{52853E46-4B0E-4683-8907-0CB7EF64B44A}" srcOrd="19" destOrd="0" presId="urn:microsoft.com/office/officeart/2018/layout/CircleProcess"/>
    <dgm:cxn modelId="{0BD6C589-5B67-4FB5-9137-A2055FADB278}" type="presParOf" srcId="{52853E46-4B0E-4683-8907-0CB7EF64B44A}" destId="{1D61F99F-6E36-477F-867F-EE3D071D755A}" srcOrd="0" destOrd="0" presId="urn:microsoft.com/office/officeart/2018/layout/CircleProcess"/>
    <dgm:cxn modelId="{E39C8C2C-561E-4EDB-957D-B227655EA321}" type="presParOf" srcId="{6729924D-6ED7-4DC4-8E85-D1DAB4141141}" destId="{2CDCB4B1-1556-4E6F-B79B-2D984CE48024}" srcOrd="20" destOrd="0" presId="urn:microsoft.com/office/officeart/2018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A094B64-D9BE-49D2-BD60-D71FBE72A15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ED4CE1D-81AD-4077-B625-47DB6DB52456}">
      <dgm:prSet/>
      <dgm:spPr/>
      <dgm:t>
        <a:bodyPr/>
        <a:lstStyle/>
        <a:p>
          <a:r>
            <a:rPr lang="en-US" b="1"/>
            <a:t>Core Tables</a:t>
          </a:r>
          <a:endParaRPr lang="en-US"/>
        </a:p>
      </dgm:t>
    </dgm:pt>
    <dgm:pt modelId="{EC14199C-985F-45FA-9A57-6942855A06FB}" type="parTrans" cxnId="{5D046225-2284-4DDE-9A37-A998BE4E881E}">
      <dgm:prSet/>
      <dgm:spPr/>
      <dgm:t>
        <a:bodyPr/>
        <a:lstStyle/>
        <a:p>
          <a:endParaRPr lang="en-US"/>
        </a:p>
      </dgm:t>
    </dgm:pt>
    <dgm:pt modelId="{0C2EE78B-2A02-4694-8DA1-47908667500B}" type="sibTrans" cxnId="{5D046225-2284-4DDE-9A37-A998BE4E881E}">
      <dgm:prSet/>
      <dgm:spPr/>
      <dgm:t>
        <a:bodyPr/>
        <a:lstStyle/>
        <a:p>
          <a:endParaRPr lang="en-US"/>
        </a:p>
      </dgm:t>
    </dgm:pt>
    <dgm:pt modelId="{B8A39FA6-9D7D-4DA4-B22C-803543821969}">
      <dgm:prSet/>
      <dgm:spPr/>
      <dgm:t>
        <a:bodyPr/>
        <a:lstStyle/>
        <a:p>
          <a:r>
            <a:rPr lang="en-US" b="1"/>
            <a:t>Users</a:t>
          </a:r>
          <a:r>
            <a:rPr lang="en-US"/>
            <a:t> - Customer information</a:t>
          </a:r>
        </a:p>
      </dgm:t>
    </dgm:pt>
    <dgm:pt modelId="{D5A67065-1E40-4139-8DE2-2CC9995DB70F}" type="parTrans" cxnId="{C4D0862A-22EF-4876-94E0-ED8BCF41EE15}">
      <dgm:prSet/>
      <dgm:spPr/>
      <dgm:t>
        <a:bodyPr/>
        <a:lstStyle/>
        <a:p>
          <a:endParaRPr lang="en-US"/>
        </a:p>
      </dgm:t>
    </dgm:pt>
    <dgm:pt modelId="{3D0E16A0-31F8-4BEA-9F6C-BF3B6EEE1720}" type="sibTrans" cxnId="{C4D0862A-22EF-4876-94E0-ED8BCF41EE15}">
      <dgm:prSet/>
      <dgm:spPr/>
      <dgm:t>
        <a:bodyPr/>
        <a:lstStyle/>
        <a:p>
          <a:endParaRPr lang="en-US"/>
        </a:p>
      </dgm:t>
    </dgm:pt>
    <dgm:pt modelId="{8AC68625-6552-452B-B1FB-5BB4F77FE5D5}">
      <dgm:prSet/>
      <dgm:spPr/>
      <dgm:t>
        <a:bodyPr/>
        <a:lstStyle/>
        <a:p>
          <a:r>
            <a:rPr lang="en-US" b="1"/>
            <a:t>Products</a:t>
          </a:r>
          <a:r>
            <a:rPr lang="en-US"/>
            <a:t> - Product catalog with categories</a:t>
          </a:r>
        </a:p>
      </dgm:t>
    </dgm:pt>
    <dgm:pt modelId="{EA6D648C-05B1-4C5E-BA7D-0C34A1EC60E5}" type="parTrans" cxnId="{34198A26-7892-4A51-A488-0FF0026787E7}">
      <dgm:prSet/>
      <dgm:spPr/>
      <dgm:t>
        <a:bodyPr/>
        <a:lstStyle/>
        <a:p>
          <a:endParaRPr lang="en-US"/>
        </a:p>
      </dgm:t>
    </dgm:pt>
    <dgm:pt modelId="{5D680EE3-46A4-47F6-914C-928A5E75AE80}" type="sibTrans" cxnId="{34198A26-7892-4A51-A488-0FF0026787E7}">
      <dgm:prSet/>
      <dgm:spPr/>
      <dgm:t>
        <a:bodyPr/>
        <a:lstStyle/>
        <a:p>
          <a:endParaRPr lang="en-US"/>
        </a:p>
      </dgm:t>
    </dgm:pt>
    <dgm:pt modelId="{6FB9E7B0-DC3D-47B7-B9C2-EB8AA6964A59}">
      <dgm:prSet/>
      <dgm:spPr/>
      <dgm:t>
        <a:bodyPr/>
        <a:lstStyle/>
        <a:p>
          <a:r>
            <a:rPr lang="en-US" b="1"/>
            <a:t>Orders</a:t>
          </a:r>
          <a:r>
            <a:rPr lang="en-US"/>
            <a:t> - Order headers</a:t>
          </a:r>
        </a:p>
      </dgm:t>
    </dgm:pt>
    <dgm:pt modelId="{595658B0-1A4F-4A52-86E2-F983F97F06A8}" type="parTrans" cxnId="{4BB7DEC8-D91A-49D5-8E17-20BD2F0BB6C4}">
      <dgm:prSet/>
      <dgm:spPr/>
      <dgm:t>
        <a:bodyPr/>
        <a:lstStyle/>
        <a:p>
          <a:endParaRPr lang="en-US"/>
        </a:p>
      </dgm:t>
    </dgm:pt>
    <dgm:pt modelId="{E71D678C-422B-4984-ADF2-101BEB4FFE2E}" type="sibTrans" cxnId="{4BB7DEC8-D91A-49D5-8E17-20BD2F0BB6C4}">
      <dgm:prSet/>
      <dgm:spPr/>
      <dgm:t>
        <a:bodyPr/>
        <a:lstStyle/>
        <a:p>
          <a:endParaRPr lang="en-US"/>
        </a:p>
      </dgm:t>
    </dgm:pt>
    <dgm:pt modelId="{DA6A4B92-8993-466C-941F-896630F36C3F}">
      <dgm:prSet/>
      <dgm:spPr/>
      <dgm:t>
        <a:bodyPr/>
        <a:lstStyle/>
        <a:p>
          <a:r>
            <a:rPr lang="en-US" b="1"/>
            <a:t>Order_Items</a:t>
          </a:r>
          <a:r>
            <a:rPr lang="en-US"/>
            <a:t> - Individual items in orders</a:t>
          </a:r>
        </a:p>
      </dgm:t>
    </dgm:pt>
    <dgm:pt modelId="{8BA826AD-DF46-4524-9171-047DA6BEE8FD}" type="parTrans" cxnId="{35E74E68-4672-4348-8A9B-E4DD9E1090C0}">
      <dgm:prSet/>
      <dgm:spPr/>
      <dgm:t>
        <a:bodyPr/>
        <a:lstStyle/>
        <a:p>
          <a:endParaRPr lang="en-US"/>
        </a:p>
      </dgm:t>
    </dgm:pt>
    <dgm:pt modelId="{2A494B33-D115-4ED2-98C6-5A08BAC0D26C}" type="sibTrans" cxnId="{35E74E68-4672-4348-8A9B-E4DD9E1090C0}">
      <dgm:prSet/>
      <dgm:spPr/>
      <dgm:t>
        <a:bodyPr/>
        <a:lstStyle/>
        <a:p>
          <a:endParaRPr lang="en-US"/>
        </a:p>
      </dgm:t>
    </dgm:pt>
    <dgm:pt modelId="{0C288C56-8491-445E-8F84-8DBED321883A}">
      <dgm:prSet/>
      <dgm:spPr/>
      <dgm:t>
        <a:bodyPr/>
        <a:lstStyle/>
        <a:p>
          <a:r>
            <a:rPr lang="en-US" b="1"/>
            <a:t>Cart</a:t>
          </a:r>
          <a:r>
            <a:rPr lang="en-US"/>
            <a:t> - Temporary cart storage</a:t>
          </a:r>
        </a:p>
      </dgm:t>
    </dgm:pt>
    <dgm:pt modelId="{5CB40857-2638-4879-9D7F-57ED43FB30ED}" type="parTrans" cxnId="{844BE11A-494D-492F-A21F-A4B1DE97C4E0}">
      <dgm:prSet/>
      <dgm:spPr/>
      <dgm:t>
        <a:bodyPr/>
        <a:lstStyle/>
        <a:p>
          <a:endParaRPr lang="en-US"/>
        </a:p>
      </dgm:t>
    </dgm:pt>
    <dgm:pt modelId="{014BE3DE-5684-4F61-B971-0DA96570CEE1}" type="sibTrans" cxnId="{844BE11A-494D-492F-A21F-A4B1DE97C4E0}">
      <dgm:prSet/>
      <dgm:spPr/>
      <dgm:t>
        <a:bodyPr/>
        <a:lstStyle/>
        <a:p>
          <a:endParaRPr lang="en-US"/>
        </a:p>
      </dgm:t>
    </dgm:pt>
    <dgm:pt modelId="{2B774A29-1074-48FE-B925-6D25C698A913}">
      <dgm:prSet/>
      <dgm:spPr/>
      <dgm:t>
        <a:bodyPr/>
        <a:lstStyle/>
        <a:p>
          <a:r>
            <a:rPr lang="en-US" b="1"/>
            <a:t>Admin</a:t>
          </a:r>
          <a:r>
            <a:rPr lang="en-US"/>
            <a:t> - Administrator credentials</a:t>
          </a:r>
        </a:p>
      </dgm:t>
    </dgm:pt>
    <dgm:pt modelId="{D8657F28-7D8B-491C-BF78-93166DA14427}" type="parTrans" cxnId="{80A9DBA2-9B04-4E38-9FEE-2651CD62B921}">
      <dgm:prSet/>
      <dgm:spPr/>
      <dgm:t>
        <a:bodyPr/>
        <a:lstStyle/>
        <a:p>
          <a:endParaRPr lang="en-US"/>
        </a:p>
      </dgm:t>
    </dgm:pt>
    <dgm:pt modelId="{11744FE0-DBF4-48FA-931D-085C5B1D3367}" type="sibTrans" cxnId="{80A9DBA2-9B04-4E38-9FEE-2651CD62B921}">
      <dgm:prSet/>
      <dgm:spPr/>
      <dgm:t>
        <a:bodyPr/>
        <a:lstStyle/>
        <a:p>
          <a:endParaRPr lang="en-US"/>
        </a:p>
      </dgm:t>
    </dgm:pt>
    <dgm:pt modelId="{9C69EFC3-EE3A-4900-815E-9DDB5CD7ED91}">
      <dgm:prSet/>
      <dgm:spPr/>
      <dgm:t>
        <a:bodyPr/>
        <a:lstStyle/>
        <a:p>
          <a:r>
            <a:rPr lang="en-US" b="1"/>
            <a:t>Key Relationships</a:t>
          </a:r>
          <a:endParaRPr lang="en-US"/>
        </a:p>
      </dgm:t>
    </dgm:pt>
    <dgm:pt modelId="{DF589F05-29FE-4C51-99E3-857247A50BA5}" type="parTrans" cxnId="{A39C1FC0-9CE3-4CDE-873A-BB953C9AE429}">
      <dgm:prSet/>
      <dgm:spPr/>
      <dgm:t>
        <a:bodyPr/>
        <a:lstStyle/>
        <a:p>
          <a:endParaRPr lang="en-US"/>
        </a:p>
      </dgm:t>
    </dgm:pt>
    <dgm:pt modelId="{1B7901FC-0ACE-41CA-B732-5BB42CDC9935}" type="sibTrans" cxnId="{A39C1FC0-9CE3-4CDE-873A-BB953C9AE429}">
      <dgm:prSet/>
      <dgm:spPr/>
      <dgm:t>
        <a:bodyPr/>
        <a:lstStyle/>
        <a:p>
          <a:endParaRPr lang="en-US"/>
        </a:p>
      </dgm:t>
    </dgm:pt>
    <dgm:pt modelId="{6C0D5B17-628C-45CE-8EA2-D78E754F9B4E}">
      <dgm:prSet/>
      <dgm:spPr/>
      <dgm:t>
        <a:bodyPr/>
        <a:lstStyle/>
        <a:p>
          <a:r>
            <a:rPr lang="en-US"/>
            <a:t>One user → Many orders</a:t>
          </a:r>
        </a:p>
      </dgm:t>
    </dgm:pt>
    <dgm:pt modelId="{6A2F4FDA-6384-4E48-8D46-3C54E54DAE5A}" type="parTrans" cxnId="{21EE5506-FDF8-453D-89A5-D7E7882D3F4B}">
      <dgm:prSet/>
      <dgm:spPr/>
      <dgm:t>
        <a:bodyPr/>
        <a:lstStyle/>
        <a:p>
          <a:endParaRPr lang="en-US"/>
        </a:p>
      </dgm:t>
    </dgm:pt>
    <dgm:pt modelId="{51303CA7-CBC8-4814-9A32-170E38960D57}" type="sibTrans" cxnId="{21EE5506-FDF8-453D-89A5-D7E7882D3F4B}">
      <dgm:prSet/>
      <dgm:spPr/>
      <dgm:t>
        <a:bodyPr/>
        <a:lstStyle/>
        <a:p>
          <a:endParaRPr lang="en-US"/>
        </a:p>
      </dgm:t>
    </dgm:pt>
    <dgm:pt modelId="{5C1917E3-9B1A-420F-8BAE-743DE6DC57EA}">
      <dgm:prSet/>
      <dgm:spPr/>
      <dgm:t>
        <a:bodyPr/>
        <a:lstStyle/>
        <a:p>
          <a:r>
            <a:rPr lang="en-US"/>
            <a:t>One order → Many order items</a:t>
          </a:r>
        </a:p>
      </dgm:t>
    </dgm:pt>
    <dgm:pt modelId="{202FC5AA-AE28-4502-B804-20B37A70F535}" type="parTrans" cxnId="{C1A68D31-AD4A-44C2-93EC-0BFFC567608E}">
      <dgm:prSet/>
      <dgm:spPr/>
      <dgm:t>
        <a:bodyPr/>
        <a:lstStyle/>
        <a:p>
          <a:endParaRPr lang="en-US"/>
        </a:p>
      </dgm:t>
    </dgm:pt>
    <dgm:pt modelId="{2A6952D6-1036-45AC-A1A8-6B3A03791F02}" type="sibTrans" cxnId="{C1A68D31-AD4A-44C2-93EC-0BFFC567608E}">
      <dgm:prSet/>
      <dgm:spPr/>
      <dgm:t>
        <a:bodyPr/>
        <a:lstStyle/>
        <a:p>
          <a:endParaRPr lang="en-US"/>
        </a:p>
      </dgm:t>
    </dgm:pt>
    <dgm:pt modelId="{02C864B3-0B21-48E2-8593-10383437A1DC}">
      <dgm:prSet/>
      <dgm:spPr/>
      <dgm:t>
        <a:bodyPr/>
        <a:lstStyle/>
        <a:p>
          <a:r>
            <a:rPr lang="en-US"/>
            <a:t>One product → Many order items/cart entries</a:t>
          </a:r>
        </a:p>
      </dgm:t>
    </dgm:pt>
    <dgm:pt modelId="{F8DF64B9-9D77-4BAA-9410-BFEF4B72AB17}" type="parTrans" cxnId="{DB804F1B-21D6-4A72-9499-C84D8247216E}">
      <dgm:prSet/>
      <dgm:spPr/>
      <dgm:t>
        <a:bodyPr/>
        <a:lstStyle/>
        <a:p>
          <a:endParaRPr lang="en-US"/>
        </a:p>
      </dgm:t>
    </dgm:pt>
    <dgm:pt modelId="{24FAE05A-9E8D-4B3A-BCC5-E9C21B489DA2}" type="sibTrans" cxnId="{DB804F1B-21D6-4A72-9499-C84D8247216E}">
      <dgm:prSet/>
      <dgm:spPr/>
      <dgm:t>
        <a:bodyPr/>
        <a:lstStyle/>
        <a:p>
          <a:endParaRPr lang="en-US"/>
        </a:p>
      </dgm:t>
    </dgm:pt>
    <dgm:pt modelId="{CBB9AC55-68E0-405A-ACB4-338B8ECDE085}" type="pres">
      <dgm:prSet presAssocID="{FA094B64-D9BE-49D2-BD60-D71FBE72A15F}" presName="Name0" presStyleCnt="0">
        <dgm:presLayoutVars>
          <dgm:dir/>
          <dgm:resizeHandles val="exact"/>
        </dgm:presLayoutVars>
      </dgm:prSet>
      <dgm:spPr/>
    </dgm:pt>
    <dgm:pt modelId="{D5A5F864-416A-4C87-9FD0-2CE158510EEB}" type="pres">
      <dgm:prSet presAssocID="{4ED4CE1D-81AD-4077-B625-47DB6DB52456}" presName="node" presStyleLbl="node1" presStyleIdx="0" presStyleCnt="11">
        <dgm:presLayoutVars>
          <dgm:bulletEnabled val="1"/>
        </dgm:presLayoutVars>
      </dgm:prSet>
      <dgm:spPr/>
    </dgm:pt>
    <dgm:pt modelId="{7B9A2C87-0935-4F7C-B576-A888FC7CF0DD}" type="pres">
      <dgm:prSet presAssocID="{0C2EE78B-2A02-4694-8DA1-47908667500B}" presName="sibTrans" presStyleLbl="sibTrans1D1" presStyleIdx="0" presStyleCnt="10"/>
      <dgm:spPr/>
    </dgm:pt>
    <dgm:pt modelId="{5EC26FF5-BA53-48A6-A1E3-0090484B8D10}" type="pres">
      <dgm:prSet presAssocID="{0C2EE78B-2A02-4694-8DA1-47908667500B}" presName="connectorText" presStyleLbl="sibTrans1D1" presStyleIdx="0" presStyleCnt="10"/>
      <dgm:spPr/>
    </dgm:pt>
    <dgm:pt modelId="{D1194F44-B76A-4C9A-A128-6E88A0773859}" type="pres">
      <dgm:prSet presAssocID="{B8A39FA6-9D7D-4DA4-B22C-803543821969}" presName="node" presStyleLbl="node1" presStyleIdx="1" presStyleCnt="11">
        <dgm:presLayoutVars>
          <dgm:bulletEnabled val="1"/>
        </dgm:presLayoutVars>
      </dgm:prSet>
      <dgm:spPr/>
    </dgm:pt>
    <dgm:pt modelId="{84A55C29-2017-4D00-B4E8-E15F6EEED5EB}" type="pres">
      <dgm:prSet presAssocID="{3D0E16A0-31F8-4BEA-9F6C-BF3B6EEE1720}" presName="sibTrans" presStyleLbl="sibTrans1D1" presStyleIdx="1" presStyleCnt="10"/>
      <dgm:spPr/>
    </dgm:pt>
    <dgm:pt modelId="{8A351683-3A72-42A1-8381-5EBC2C5CBF57}" type="pres">
      <dgm:prSet presAssocID="{3D0E16A0-31F8-4BEA-9F6C-BF3B6EEE1720}" presName="connectorText" presStyleLbl="sibTrans1D1" presStyleIdx="1" presStyleCnt="10"/>
      <dgm:spPr/>
    </dgm:pt>
    <dgm:pt modelId="{23BF3653-1ACF-48F0-A21B-D12485C1B5FC}" type="pres">
      <dgm:prSet presAssocID="{8AC68625-6552-452B-B1FB-5BB4F77FE5D5}" presName="node" presStyleLbl="node1" presStyleIdx="2" presStyleCnt="11">
        <dgm:presLayoutVars>
          <dgm:bulletEnabled val="1"/>
        </dgm:presLayoutVars>
      </dgm:prSet>
      <dgm:spPr/>
    </dgm:pt>
    <dgm:pt modelId="{C5EC8BB7-5732-44AC-9FF6-75E4D9E3B539}" type="pres">
      <dgm:prSet presAssocID="{5D680EE3-46A4-47F6-914C-928A5E75AE80}" presName="sibTrans" presStyleLbl="sibTrans1D1" presStyleIdx="2" presStyleCnt="10"/>
      <dgm:spPr/>
    </dgm:pt>
    <dgm:pt modelId="{278113F2-8416-4665-8FD6-02FA26BD5F6F}" type="pres">
      <dgm:prSet presAssocID="{5D680EE3-46A4-47F6-914C-928A5E75AE80}" presName="connectorText" presStyleLbl="sibTrans1D1" presStyleIdx="2" presStyleCnt="10"/>
      <dgm:spPr/>
    </dgm:pt>
    <dgm:pt modelId="{4E9C4AF6-9287-4157-930B-40D4C931B9AC}" type="pres">
      <dgm:prSet presAssocID="{6FB9E7B0-DC3D-47B7-B9C2-EB8AA6964A59}" presName="node" presStyleLbl="node1" presStyleIdx="3" presStyleCnt="11">
        <dgm:presLayoutVars>
          <dgm:bulletEnabled val="1"/>
        </dgm:presLayoutVars>
      </dgm:prSet>
      <dgm:spPr/>
    </dgm:pt>
    <dgm:pt modelId="{FD9C61D8-8F27-44B8-8649-3C6BD7C03DCD}" type="pres">
      <dgm:prSet presAssocID="{E71D678C-422B-4984-ADF2-101BEB4FFE2E}" presName="sibTrans" presStyleLbl="sibTrans1D1" presStyleIdx="3" presStyleCnt="10"/>
      <dgm:spPr/>
    </dgm:pt>
    <dgm:pt modelId="{EE2C98EE-2E4D-4057-9908-C6A33B717183}" type="pres">
      <dgm:prSet presAssocID="{E71D678C-422B-4984-ADF2-101BEB4FFE2E}" presName="connectorText" presStyleLbl="sibTrans1D1" presStyleIdx="3" presStyleCnt="10"/>
      <dgm:spPr/>
    </dgm:pt>
    <dgm:pt modelId="{15BA8760-E5D7-4F95-96AB-B10F272EEA07}" type="pres">
      <dgm:prSet presAssocID="{DA6A4B92-8993-466C-941F-896630F36C3F}" presName="node" presStyleLbl="node1" presStyleIdx="4" presStyleCnt="11">
        <dgm:presLayoutVars>
          <dgm:bulletEnabled val="1"/>
        </dgm:presLayoutVars>
      </dgm:prSet>
      <dgm:spPr/>
    </dgm:pt>
    <dgm:pt modelId="{B728A745-0D3F-48AC-B281-D5F42AEE6ED9}" type="pres">
      <dgm:prSet presAssocID="{2A494B33-D115-4ED2-98C6-5A08BAC0D26C}" presName="sibTrans" presStyleLbl="sibTrans1D1" presStyleIdx="4" presStyleCnt="10"/>
      <dgm:spPr/>
    </dgm:pt>
    <dgm:pt modelId="{AAF8E931-D6F3-4543-82CD-E9A0B44D0204}" type="pres">
      <dgm:prSet presAssocID="{2A494B33-D115-4ED2-98C6-5A08BAC0D26C}" presName="connectorText" presStyleLbl="sibTrans1D1" presStyleIdx="4" presStyleCnt="10"/>
      <dgm:spPr/>
    </dgm:pt>
    <dgm:pt modelId="{6499E2EA-965F-4086-8143-B0D2813F1433}" type="pres">
      <dgm:prSet presAssocID="{0C288C56-8491-445E-8F84-8DBED321883A}" presName="node" presStyleLbl="node1" presStyleIdx="5" presStyleCnt="11">
        <dgm:presLayoutVars>
          <dgm:bulletEnabled val="1"/>
        </dgm:presLayoutVars>
      </dgm:prSet>
      <dgm:spPr/>
    </dgm:pt>
    <dgm:pt modelId="{C20D1441-EAEC-4CCA-AC52-F2F1FBC16487}" type="pres">
      <dgm:prSet presAssocID="{014BE3DE-5684-4F61-B971-0DA96570CEE1}" presName="sibTrans" presStyleLbl="sibTrans1D1" presStyleIdx="5" presStyleCnt="10"/>
      <dgm:spPr/>
    </dgm:pt>
    <dgm:pt modelId="{CDDC078B-1ECE-4D20-8CB4-C39421BD85D1}" type="pres">
      <dgm:prSet presAssocID="{014BE3DE-5684-4F61-B971-0DA96570CEE1}" presName="connectorText" presStyleLbl="sibTrans1D1" presStyleIdx="5" presStyleCnt="10"/>
      <dgm:spPr/>
    </dgm:pt>
    <dgm:pt modelId="{22301CF6-140D-43F3-BCE3-FD98FE82FDAE}" type="pres">
      <dgm:prSet presAssocID="{2B774A29-1074-48FE-B925-6D25C698A913}" presName="node" presStyleLbl="node1" presStyleIdx="6" presStyleCnt="11">
        <dgm:presLayoutVars>
          <dgm:bulletEnabled val="1"/>
        </dgm:presLayoutVars>
      </dgm:prSet>
      <dgm:spPr/>
    </dgm:pt>
    <dgm:pt modelId="{2159D3A6-E781-4557-BC26-5915C4664A59}" type="pres">
      <dgm:prSet presAssocID="{11744FE0-DBF4-48FA-931D-085C5B1D3367}" presName="sibTrans" presStyleLbl="sibTrans1D1" presStyleIdx="6" presStyleCnt="10"/>
      <dgm:spPr/>
    </dgm:pt>
    <dgm:pt modelId="{FE1A7283-07A3-4CD6-BB18-15B198B49ABE}" type="pres">
      <dgm:prSet presAssocID="{11744FE0-DBF4-48FA-931D-085C5B1D3367}" presName="connectorText" presStyleLbl="sibTrans1D1" presStyleIdx="6" presStyleCnt="10"/>
      <dgm:spPr/>
    </dgm:pt>
    <dgm:pt modelId="{878AD5EB-5800-470B-BAAB-4BBCFA755EA2}" type="pres">
      <dgm:prSet presAssocID="{9C69EFC3-EE3A-4900-815E-9DDB5CD7ED91}" presName="node" presStyleLbl="node1" presStyleIdx="7" presStyleCnt="11">
        <dgm:presLayoutVars>
          <dgm:bulletEnabled val="1"/>
        </dgm:presLayoutVars>
      </dgm:prSet>
      <dgm:spPr/>
    </dgm:pt>
    <dgm:pt modelId="{07A57017-0A82-4852-98F5-BC46B1D48383}" type="pres">
      <dgm:prSet presAssocID="{1B7901FC-0ACE-41CA-B732-5BB42CDC9935}" presName="sibTrans" presStyleLbl="sibTrans1D1" presStyleIdx="7" presStyleCnt="10"/>
      <dgm:spPr/>
    </dgm:pt>
    <dgm:pt modelId="{987E6728-23AF-4BFD-B2AC-674F92B97977}" type="pres">
      <dgm:prSet presAssocID="{1B7901FC-0ACE-41CA-B732-5BB42CDC9935}" presName="connectorText" presStyleLbl="sibTrans1D1" presStyleIdx="7" presStyleCnt="10"/>
      <dgm:spPr/>
    </dgm:pt>
    <dgm:pt modelId="{E4370CB5-A4A7-4685-B255-1017F654008F}" type="pres">
      <dgm:prSet presAssocID="{6C0D5B17-628C-45CE-8EA2-D78E754F9B4E}" presName="node" presStyleLbl="node1" presStyleIdx="8" presStyleCnt="11">
        <dgm:presLayoutVars>
          <dgm:bulletEnabled val="1"/>
        </dgm:presLayoutVars>
      </dgm:prSet>
      <dgm:spPr/>
    </dgm:pt>
    <dgm:pt modelId="{6E9A7E15-5C64-47F9-B8B6-9B64BB83CD37}" type="pres">
      <dgm:prSet presAssocID="{51303CA7-CBC8-4814-9A32-170E38960D57}" presName="sibTrans" presStyleLbl="sibTrans1D1" presStyleIdx="8" presStyleCnt="10"/>
      <dgm:spPr/>
    </dgm:pt>
    <dgm:pt modelId="{4E4C4502-6484-49F8-8AE6-07657CFC79CF}" type="pres">
      <dgm:prSet presAssocID="{51303CA7-CBC8-4814-9A32-170E38960D57}" presName="connectorText" presStyleLbl="sibTrans1D1" presStyleIdx="8" presStyleCnt="10"/>
      <dgm:spPr/>
    </dgm:pt>
    <dgm:pt modelId="{28A97C86-EA3F-4ADF-BAE8-FE2D33253340}" type="pres">
      <dgm:prSet presAssocID="{5C1917E3-9B1A-420F-8BAE-743DE6DC57EA}" presName="node" presStyleLbl="node1" presStyleIdx="9" presStyleCnt="11">
        <dgm:presLayoutVars>
          <dgm:bulletEnabled val="1"/>
        </dgm:presLayoutVars>
      </dgm:prSet>
      <dgm:spPr/>
    </dgm:pt>
    <dgm:pt modelId="{B02AC2AC-5715-4B22-A6D6-57A983380B2F}" type="pres">
      <dgm:prSet presAssocID="{2A6952D6-1036-45AC-A1A8-6B3A03791F02}" presName="sibTrans" presStyleLbl="sibTrans1D1" presStyleIdx="9" presStyleCnt="10"/>
      <dgm:spPr/>
    </dgm:pt>
    <dgm:pt modelId="{2F0CB1B2-3702-4936-92C3-E7C1AEFDB6C7}" type="pres">
      <dgm:prSet presAssocID="{2A6952D6-1036-45AC-A1A8-6B3A03791F02}" presName="connectorText" presStyleLbl="sibTrans1D1" presStyleIdx="9" presStyleCnt="10"/>
      <dgm:spPr/>
    </dgm:pt>
    <dgm:pt modelId="{60A77A78-68C1-4077-874E-F430050A7420}" type="pres">
      <dgm:prSet presAssocID="{02C864B3-0B21-48E2-8593-10383437A1D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1EE5506-FDF8-453D-89A5-D7E7882D3F4B}" srcId="{FA094B64-D9BE-49D2-BD60-D71FBE72A15F}" destId="{6C0D5B17-628C-45CE-8EA2-D78E754F9B4E}" srcOrd="8" destOrd="0" parTransId="{6A2F4FDA-6384-4E48-8D46-3C54E54DAE5A}" sibTransId="{51303CA7-CBC8-4814-9A32-170E38960D57}"/>
    <dgm:cxn modelId="{60B14B08-01CA-4A59-B099-1DEC4C68CDB9}" type="presOf" srcId="{5D680EE3-46A4-47F6-914C-928A5E75AE80}" destId="{C5EC8BB7-5732-44AC-9FF6-75E4D9E3B539}" srcOrd="0" destOrd="0" presId="urn:microsoft.com/office/officeart/2016/7/layout/RepeatingBendingProcessNew"/>
    <dgm:cxn modelId="{526A880A-815A-44A0-9033-7C1FEC50D5FB}" type="presOf" srcId="{5C1917E3-9B1A-420F-8BAE-743DE6DC57EA}" destId="{28A97C86-EA3F-4ADF-BAE8-FE2D33253340}" srcOrd="0" destOrd="0" presId="urn:microsoft.com/office/officeart/2016/7/layout/RepeatingBendingProcessNew"/>
    <dgm:cxn modelId="{A212EA10-6DAC-4462-8C7A-64676587ABF2}" type="presOf" srcId="{1B7901FC-0ACE-41CA-B732-5BB42CDC9935}" destId="{987E6728-23AF-4BFD-B2AC-674F92B97977}" srcOrd="1" destOrd="0" presId="urn:microsoft.com/office/officeart/2016/7/layout/RepeatingBendingProcessNew"/>
    <dgm:cxn modelId="{3ED38116-E71A-4E7E-8764-7ED1B2516840}" type="presOf" srcId="{1B7901FC-0ACE-41CA-B732-5BB42CDC9935}" destId="{07A57017-0A82-4852-98F5-BC46B1D48383}" srcOrd="0" destOrd="0" presId="urn:microsoft.com/office/officeart/2016/7/layout/RepeatingBendingProcessNew"/>
    <dgm:cxn modelId="{673E4419-8F3B-49F1-9E16-92DBDFC5D651}" type="presOf" srcId="{51303CA7-CBC8-4814-9A32-170E38960D57}" destId="{4E4C4502-6484-49F8-8AE6-07657CFC79CF}" srcOrd="1" destOrd="0" presId="urn:microsoft.com/office/officeart/2016/7/layout/RepeatingBendingProcessNew"/>
    <dgm:cxn modelId="{844BE11A-494D-492F-A21F-A4B1DE97C4E0}" srcId="{FA094B64-D9BE-49D2-BD60-D71FBE72A15F}" destId="{0C288C56-8491-445E-8F84-8DBED321883A}" srcOrd="5" destOrd="0" parTransId="{5CB40857-2638-4879-9D7F-57ED43FB30ED}" sibTransId="{014BE3DE-5684-4F61-B971-0DA96570CEE1}"/>
    <dgm:cxn modelId="{DB804F1B-21D6-4A72-9499-C84D8247216E}" srcId="{FA094B64-D9BE-49D2-BD60-D71FBE72A15F}" destId="{02C864B3-0B21-48E2-8593-10383437A1DC}" srcOrd="10" destOrd="0" parTransId="{F8DF64B9-9D77-4BAA-9410-BFEF4B72AB17}" sibTransId="{24FAE05A-9E8D-4B3A-BCC5-E9C21B489DA2}"/>
    <dgm:cxn modelId="{5D046225-2284-4DDE-9A37-A998BE4E881E}" srcId="{FA094B64-D9BE-49D2-BD60-D71FBE72A15F}" destId="{4ED4CE1D-81AD-4077-B625-47DB6DB52456}" srcOrd="0" destOrd="0" parTransId="{EC14199C-985F-45FA-9A57-6942855A06FB}" sibTransId="{0C2EE78B-2A02-4694-8DA1-47908667500B}"/>
    <dgm:cxn modelId="{34198A26-7892-4A51-A488-0FF0026787E7}" srcId="{FA094B64-D9BE-49D2-BD60-D71FBE72A15F}" destId="{8AC68625-6552-452B-B1FB-5BB4F77FE5D5}" srcOrd="2" destOrd="0" parTransId="{EA6D648C-05B1-4C5E-BA7D-0C34A1EC60E5}" sibTransId="{5D680EE3-46A4-47F6-914C-928A5E75AE80}"/>
    <dgm:cxn modelId="{C4D0862A-22EF-4876-94E0-ED8BCF41EE15}" srcId="{FA094B64-D9BE-49D2-BD60-D71FBE72A15F}" destId="{B8A39FA6-9D7D-4DA4-B22C-803543821969}" srcOrd="1" destOrd="0" parTransId="{D5A67065-1E40-4139-8DE2-2CC9995DB70F}" sibTransId="{3D0E16A0-31F8-4BEA-9F6C-BF3B6EEE1720}"/>
    <dgm:cxn modelId="{25E5AC2A-8F61-44CA-8BBB-DC2AC8846AC0}" type="presOf" srcId="{2A494B33-D115-4ED2-98C6-5A08BAC0D26C}" destId="{B728A745-0D3F-48AC-B281-D5F42AEE6ED9}" srcOrd="0" destOrd="0" presId="urn:microsoft.com/office/officeart/2016/7/layout/RepeatingBendingProcessNew"/>
    <dgm:cxn modelId="{86762D2D-D247-48DC-AF31-5B3F1EBFD157}" type="presOf" srcId="{0C2EE78B-2A02-4694-8DA1-47908667500B}" destId="{7B9A2C87-0935-4F7C-B576-A888FC7CF0DD}" srcOrd="0" destOrd="0" presId="urn:microsoft.com/office/officeart/2016/7/layout/RepeatingBendingProcessNew"/>
    <dgm:cxn modelId="{C1A68D31-AD4A-44C2-93EC-0BFFC567608E}" srcId="{FA094B64-D9BE-49D2-BD60-D71FBE72A15F}" destId="{5C1917E3-9B1A-420F-8BAE-743DE6DC57EA}" srcOrd="9" destOrd="0" parTransId="{202FC5AA-AE28-4502-B804-20B37A70F535}" sibTransId="{2A6952D6-1036-45AC-A1A8-6B3A03791F02}"/>
    <dgm:cxn modelId="{BD744E3C-B438-450A-9A2D-30AFBC608377}" type="presOf" srcId="{6FB9E7B0-DC3D-47B7-B9C2-EB8AA6964A59}" destId="{4E9C4AF6-9287-4157-930B-40D4C931B9AC}" srcOrd="0" destOrd="0" presId="urn:microsoft.com/office/officeart/2016/7/layout/RepeatingBendingProcessNew"/>
    <dgm:cxn modelId="{49824A41-A2FA-4153-AAB3-86A8B097AC21}" type="presOf" srcId="{9C69EFC3-EE3A-4900-815E-9DDB5CD7ED91}" destId="{878AD5EB-5800-470B-BAAB-4BBCFA755EA2}" srcOrd="0" destOrd="0" presId="urn:microsoft.com/office/officeart/2016/7/layout/RepeatingBendingProcessNew"/>
    <dgm:cxn modelId="{7E80AC46-287B-415F-928E-5344E1E2D321}" type="presOf" srcId="{02C864B3-0B21-48E2-8593-10383437A1DC}" destId="{60A77A78-68C1-4077-874E-F430050A7420}" srcOrd="0" destOrd="0" presId="urn:microsoft.com/office/officeart/2016/7/layout/RepeatingBendingProcessNew"/>
    <dgm:cxn modelId="{D0CBFE66-688B-4F91-A675-E2DFB858B804}" type="presOf" srcId="{2A6952D6-1036-45AC-A1A8-6B3A03791F02}" destId="{2F0CB1B2-3702-4936-92C3-E7C1AEFDB6C7}" srcOrd="1" destOrd="0" presId="urn:microsoft.com/office/officeart/2016/7/layout/RepeatingBendingProcessNew"/>
    <dgm:cxn modelId="{F4C59A67-F391-419A-86B0-2EC2D71E5BD8}" type="presOf" srcId="{E71D678C-422B-4984-ADF2-101BEB4FFE2E}" destId="{EE2C98EE-2E4D-4057-9908-C6A33B717183}" srcOrd="1" destOrd="0" presId="urn:microsoft.com/office/officeart/2016/7/layout/RepeatingBendingProcessNew"/>
    <dgm:cxn modelId="{35E74E68-4672-4348-8A9B-E4DD9E1090C0}" srcId="{FA094B64-D9BE-49D2-BD60-D71FBE72A15F}" destId="{DA6A4B92-8993-466C-941F-896630F36C3F}" srcOrd="4" destOrd="0" parTransId="{8BA826AD-DF46-4524-9171-047DA6BEE8FD}" sibTransId="{2A494B33-D115-4ED2-98C6-5A08BAC0D26C}"/>
    <dgm:cxn modelId="{4BE4656D-87C6-475B-885D-97D625C6B780}" type="presOf" srcId="{2A494B33-D115-4ED2-98C6-5A08BAC0D26C}" destId="{AAF8E931-D6F3-4543-82CD-E9A0B44D0204}" srcOrd="1" destOrd="0" presId="urn:microsoft.com/office/officeart/2016/7/layout/RepeatingBendingProcessNew"/>
    <dgm:cxn modelId="{1D17034E-FD0A-422C-843F-12B977D8803F}" type="presOf" srcId="{2B774A29-1074-48FE-B925-6D25C698A913}" destId="{22301CF6-140D-43F3-BCE3-FD98FE82FDAE}" srcOrd="0" destOrd="0" presId="urn:microsoft.com/office/officeart/2016/7/layout/RepeatingBendingProcessNew"/>
    <dgm:cxn modelId="{7AF8A075-5BD9-41AB-8EC3-30871B97FC7D}" type="presOf" srcId="{DA6A4B92-8993-466C-941F-896630F36C3F}" destId="{15BA8760-E5D7-4F95-96AB-B10F272EEA07}" srcOrd="0" destOrd="0" presId="urn:microsoft.com/office/officeart/2016/7/layout/RepeatingBendingProcessNew"/>
    <dgm:cxn modelId="{EB288383-72AE-499A-ACEA-4612B65E3468}" type="presOf" srcId="{014BE3DE-5684-4F61-B971-0DA96570CEE1}" destId="{C20D1441-EAEC-4CCA-AC52-F2F1FBC16487}" srcOrd="0" destOrd="0" presId="urn:microsoft.com/office/officeart/2016/7/layout/RepeatingBendingProcessNew"/>
    <dgm:cxn modelId="{8A68F48A-0E41-47D8-BA31-9AAD79FBC6FB}" type="presOf" srcId="{11744FE0-DBF4-48FA-931D-085C5B1D3367}" destId="{2159D3A6-E781-4557-BC26-5915C4664A59}" srcOrd="0" destOrd="0" presId="urn:microsoft.com/office/officeart/2016/7/layout/RepeatingBendingProcessNew"/>
    <dgm:cxn modelId="{AE5C7F95-BBC5-4673-B8B2-A33A0F117D4A}" type="presOf" srcId="{3D0E16A0-31F8-4BEA-9F6C-BF3B6EEE1720}" destId="{8A351683-3A72-42A1-8381-5EBC2C5CBF57}" srcOrd="1" destOrd="0" presId="urn:microsoft.com/office/officeart/2016/7/layout/RepeatingBendingProcessNew"/>
    <dgm:cxn modelId="{5445B79B-DB19-4C56-B4DA-1625A7EC91C7}" type="presOf" srcId="{51303CA7-CBC8-4814-9A32-170E38960D57}" destId="{6E9A7E15-5C64-47F9-B8B6-9B64BB83CD37}" srcOrd="0" destOrd="0" presId="urn:microsoft.com/office/officeart/2016/7/layout/RepeatingBendingProcessNew"/>
    <dgm:cxn modelId="{80A9DBA2-9B04-4E38-9FEE-2651CD62B921}" srcId="{FA094B64-D9BE-49D2-BD60-D71FBE72A15F}" destId="{2B774A29-1074-48FE-B925-6D25C698A913}" srcOrd="6" destOrd="0" parTransId="{D8657F28-7D8B-491C-BF78-93166DA14427}" sibTransId="{11744FE0-DBF4-48FA-931D-085C5B1D3367}"/>
    <dgm:cxn modelId="{FC7EE0A7-EDF1-4A7E-A41D-4E556FD3D633}" type="presOf" srcId="{5D680EE3-46A4-47F6-914C-928A5E75AE80}" destId="{278113F2-8416-4665-8FD6-02FA26BD5F6F}" srcOrd="1" destOrd="0" presId="urn:microsoft.com/office/officeart/2016/7/layout/RepeatingBendingProcessNew"/>
    <dgm:cxn modelId="{7B9BEAAC-B63A-45E1-95B8-F63BC11230C9}" type="presOf" srcId="{E71D678C-422B-4984-ADF2-101BEB4FFE2E}" destId="{FD9C61D8-8F27-44B8-8649-3C6BD7C03DCD}" srcOrd="0" destOrd="0" presId="urn:microsoft.com/office/officeart/2016/7/layout/RepeatingBendingProcessNew"/>
    <dgm:cxn modelId="{0A942CB5-426E-4376-955F-CBD1F852065C}" type="presOf" srcId="{0C2EE78B-2A02-4694-8DA1-47908667500B}" destId="{5EC26FF5-BA53-48A6-A1E3-0090484B8D10}" srcOrd="1" destOrd="0" presId="urn:microsoft.com/office/officeart/2016/7/layout/RepeatingBendingProcessNew"/>
    <dgm:cxn modelId="{FDF6A3BB-8BBC-4F5D-97E7-54C11852D222}" type="presOf" srcId="{0C288C56-8491-445E-8F84-8DBED321883A}" destId="{6499E2EA-965F-4086-8143-B0D2813F1433}" srcOrd="0" destOrd="0" presId="urn:microsoft.com/office/officeart/2016/7/layout/RepeatingBendingProcessNew"/>
    <dgm:cxn modelId="{1200B5BE-29E6-4152-8FC0-88DB569F4156}" type="presOf" srcId="{014BE3DE-5684-4F61-B971-0DA96570CEE1}" destId="{CDDC078B-1ECE-4D20-8CB4-C39421BD85D1}" srcOrd="1" destOrd="0" presId="urn:microsoft.com/office/officeart/2016/7/layout/RepeatingBendingProcessNew"/>
    <dgm:cxn modelId="{1B7098BF-11BA-4618-AC28-89F54275BB81}" type="presOf" srcId="{11744FE0-DBF4-48FA-931D-085C5B1D3367}" destId="{FE1A7283-07A3-4CD6-BB18-15B198B49ABE}" srcOrd="1" destOrd="0" presId="urn:microsoft.com/office/officeart/2016/7/layout/RepeatingBendingProcessNew"/>
    <dgm:cxn modelId="{A39C1FC0-9CE3-4CDE-873A-BB953C9AE429}" srcId="{FA094B64-D9BE-49D2-BD60-D71FBE72A15F}" destId="{9C69EFC3-EE3A-4900-815E-9DDB5CD7ED91}" srcOrd="7" destOrd="0" parTransId="{DF589F05-29FE-4C51-99E3-857247A50BA5}" sibTransId="{1B7901FC-0ACE-41CA-B732-5BB42CDC9935}"/>
    <dgm:cxn modelId="{F76AD7C0-8638-4A6A-9995-1BE74A2CFAD0}" type="presOf" srcId="{FA094B64-D9BE-49D2-BD60-D71FBE72A15F}" destId="{CBB9AC55-68E0-405A-ACB4-338B8ECDE085}" srcOrd="0" destOrd="0" presId="urn:microsoft.com/office/officeart/2016/7/layout/RepeatingBendingProcessNew"/>
    <dgm:cxn modelId="{D031E7C6-17B7-4E11-8584-0F5127EBAFEB}" type="presOf" srcId="{6C0D5B17-628C-45CE-8EA2-D78E754F9B4E}" destId="{E4370CB5-A4A7-4685-B255-1017F654008F}" srcOrd="0" destOrd="0" presId="urn:microsoft.com/office/officeart/2016/7/layout/RepeatingBendingProcessNew"/>
    <dgm:cxn modelId="{4BB7DEC8-D91A-49D5-8E17-20BD2F0BB6C4}" srcId="{FA094B64-D9BE-49D2-BD60-D71FBE72A15F}" destId="{6FB9E7B0-DC3D-47B7-B9C2-EB8AA6964A59}" srcOrd="3" destOrd="0" parTransId="{595658B0-1A4F-4A52-86E2-F983F97F06A8}" sibTransId="{E71D678C-422B-4984-ADF2-101BEB4FFE2E}"/>
    <dgm:cxn modelId="{E93918CC-1437-4CA2-80F4-B97FB75D6FF9}" type="presOf" srcId="{B8A39FA6-9D7D-4DA4-B22C-803543821969}" destId="{D1194F44-B76A-4C9A-A128-6E88A0773859}" srcOrd="0" destOrd="0" presId="urn:microsoft.com/office/officeart/2016/7/layout/RepeatingBendingProcessNew"/>
    <dgm:cxn modelId="{3F1F7ACF-C76A-4D8F-9E1A-B2F0DD793033}" type="presOf" srcId="{4ED4CE1D-81AD-4077-B625-47DB6DB52456}" destId="{D5A5F864-416A-4C87-9FD0-2CE158510EEB}" srcOrd="0" destOrd="0" presId="urn:microsoft.com/office/officeart/2016/7/layout/RepeatingBendingProcessNew"/>
    <dgm:cxn modelId="{9692A5E5-7D6D-4C11-9E47-17557CF2CA2F}" type="presOf" srcId="{3D0E16A0-31F8-4BEA-9F6C-BF3B6EEE1720}" destId="{84A55C29-2017-4D00-B4E8-E15F6EEED5EB}" srcOrd="0" destOrd="0" presId="urn:microsoft.com/office/officeart/2016/7/layout/RepeatingBendingProcessNew"/>
    <dgm:cxn modelId="{6374E7F0-B814-41E7-85C9-71AC33852927}" type="presOf" srcId="{8AC68625-6552-452B-B1FB-5BB4F77FE5D5}" destId="{23BF3653-1ACF-48F0-A21B-D12485C1B5FC}" srcOrd="0" destOrd="0" presId="urn:microsoft.com/office/officeart/2016/7/layout/RepeatingBendingProcessNew"/>
    <dgm:cxn modelId="{5EFC1EFE-6938-48B6-8FC9-41F8E8AA6CE8}" type="presOf" srcId="{2A6952D6-1036-45AC-A1A8-6B3A03791F02}" destId="{B02AC2AC-5715-4B22-A6D6-57A983380B2F}" srcOrd="0" destOrd="0" presId="urn:microsoft.com/office/officeart/2016/7/layout/RepeatingBendingProcessNew"/>
    <dgm:cxn modelId="{47A2A34B-1BDC-4A3E-8FEC-D7294545FC0B}" type="presParOf" srcId="{CBB9AC55-68E0-405A-ACB4-338B8ECDE085}" destId="{D5A5F864-416A-4C87-9FD0-2CE158510EEB}" srcOrd="0" destOrd="0" presId="urn:microsoft.com/office/officeart/2016/7/layout/RepeatingBendingProcessNew"/>
    <dgm:cxn modelId="{F0A69689-98F4-4F13-8F4F-261DC1B94421}" type="presParOf" srcId="{CBB9AC55-68E0-405A-ACB4-338B8ECDE085}" destId="{7B9A2C87-0935-4F7C-B576-A888FC7CF0DD}" srcOrd="1" destOrd="0" presId="urn:microsoft.com/office/officeart/2016/7/layout/RepeatingBendingProcessNew"/>
    <dgm:cxn modelId="{717558C0-6821-4D00-B5C1-7CE5C44D87FD}" type="presParOf" srcId="{7B9A2C87-0935-4F7C-B576-A888FC7CF0DD}" destId="{5EC26FF5-BA53-48A6-A1E3-0090484B8D10}" srcOrd="0" destOrd="0" presId="urn:microsoft.com/office/officeart/2016/7/layout/RepeatingBendingProcessNew"/>
    <dgm:cxn modelId="{111E376A-D6D9-40E9-8E49-C4319143DD5E}" type="presParOf" srcId="{CBB9AC55-68E0-405A-ACB4-338B8ECDE085}" destId="{D1194F44-B76A-4C9A-A128-6E88A0773859}" srcOrd="2" destOrd="0" presId="urn:microsoft.com/office/officeart/2016/7/layout/RepeatingBendingProcessNew"/>
    <dgm:cxn modelId="{84A4227F-8C9C-498B-B9B2-8E77A0E5D0DA}" type="presParOf" srcId="{CBB9AC55-68E0-405A-ACB4-338B8ECDE085}" destId="{84A55C29-2017-4D00-B4E8-E15F6EEED5EB}" srcOrd="3" destOrd="0" presId="urn:microsoft.com/office/officeart/2016/7/layout/RepeatingBendingProcessNew"/>
    <dgm:cxn modelId="{E6ABC838-1252-4ADF-B216-BBA0E71F33E5}" type="presParOf" srcId="{84A55C29-2017-4D00-B4E8-E15F6EEED5EB}" destId="{8A351683-3A72-42A1-8381-5EBC2C5CBF57}" srcOrd="0" destOrd="0" presId="urn:microsoft.com/office/officeart/2016/7/layout/RepeatingBendingProcessNew"/>
    <dgm:cxn modelId="{0415472B-BB28-470B-A834-C01AA5DE4EB2}" type="presParOf" srcId="{CBB9AC55-68E0-405A-ACB4-338B8ECDE085}" destId="{23BF3653-1ACF-48F0-A21B-D12485C1B5FC}" srcOrd="4" destOrd="0" presId="urn:microsoft.com/office/officeart/2016/7/layout/RepeatingBendingProcessNew"/>
    <dgm:cxn modelId="{7D5F92D7-77F0-4593-A3D5-8BCD6A0214AA}" type="presParOf" srcId="{CBB9AC55-68E0-405A-ACB4-338B8ECDE085}" destId="{C5EC8BB7-5732-44AC-9FF6-75E4D9E3B539}" srcOrd="5" destOrd="0" presId="urn:microsoft.com/office/officeart/2016/7/layout/RepeatingBendingProcessNew"/>
    <dgm:cxn modelId="{DC721697-4F7E-4DDF-A9E1-E0E3B03CABF1}" type="presParOf" srcId="{C5EC8BB7-5732-44AC-9FF6-75E4D9E3B539}" destId="{278113F2-8416-4665-8FD6-02FA26BD5F6F}" srcOrd="0" destOrd="0" presId="urn:microsoft.com/office/officeart/2016/7/layout/RepeatingBendingProcessNew"/>
    <dgm:cxn modelId="{4690C222-95D2-48C5-9A2F-436F1642DD23}" type="presParOf" srcId="{CBB9AC55-68E0-405A-ACB4-338B8ECDE085}" destId="{4E9C4AF6-9287-4157-930B-40D4C931B9AC}" srcOrd="6" destOrd="0" presId="urn:microsoft.com/office/officeart/2016/7/layout/RepeatingBendingProcessNew"/>
    <dgm:cxn modelId="{029C1E6B-300E-4767-A2E8-EDF43455D82C}" type="presParOf" srcId="{CBB9AC55-68E0-405A-ACB4-338B8ECDE085}" destId="{FD9C61D8-8F27-44B8-8649-3C6BD7C03DCD}" srcOrd="7" destOrd="0" presId="urn:microsoft.com/office/officeart/2016/7/layout/RepeatingBendingProcessNew"/>
    <dgm:cxn modelId="{2C34D4E3-62A0-4C7C-AE4E-5595196F8C82}" type="presParOf" srcId="{FD9C61D8-8F27-44B8-8649-3C6BD7C03DCD}" destId="{EE2C98EE-2E4D-4057-9908-C6A33B717183}" srcOrd="0" destOrd="0" presId="urn:microsoft.com/office/officeart/2016/7/layout/RepeatingBendingProcessNew"/>
    <dgm:cxn modelId="{B27822E5-5825-4112-A9CA-37C7933C4033}" type="presParOf" srcId="{CBB9AC55-68E0-405A-ACB4-338B8ECDE085}" destId="{15BA8760-E5D7-4F95-96AB-B10F272EEA07}" srcOrd="8" destOrd="0" presId="urn:microsoft.com/office/officeart/2016/7/layout/RepeatingBendingProcessNew"/>
    <dgm:cxn modelId="{0021CC1A-4AF8-4BFA-92C9-E773DA4501BB}" type="presParOf" srcId="{CBB9AC55-68E0-405A-ACB4-338B8ECDE085}" destId="{B728A745-0D3F-48AC-B281-D5F42AEE6ED9}" srcOrd="9" destOrd="0" presId="urn:microsoft.com/office/officeart/2016/7/layout/RepeatingBendingProcessNew"/>
    <dgm:cxn modelId="{CC38E75E-49AB-40E0-80B3-7F08909F1C13}" type="presParOf" srcId="{B728A745-0D3F-48AC-B281-D5F42AEE6ED9}" destId="{AAF8E931-D6F3-4543-82CD-E9A0B44D0204}" srcOrd="0" destOrd="0" presId="urn:microsoft.com/office/officeart/2016/7/layout/RepeatingBendingProcessNew"/>
    <dgm:cxn modelId="{C040DBA5-C780-4FC9-BC2A-C47636A8DB9A}" type="presParOf" srcId="{CBB9AC55-68E0-405A-ACB4-338B8ECDE085}" destId="{6499E2EA-965F-4086-8143-B0D2813F1433}" srcOrd="10" destOrd="0" presId="urn:microsoft.com/office/officeart/2016/7/layout/RepeatingBendingProcessNew"/>
    <dgm:cxn modelId="{D089295B-7723-4AC0-87A3-D41DA189EF57}" type="presParOf" srcId="{CBB9AC55-68E0-405A-ACB4-338B8ECDE085}" destId="{C20D1441-EAEC-4CCA-AC52-F2F1FBC16487}" srcOrd="11" destOrd="0" presId="urn:microsoft.com/office/officeart/2016/7/layout/RepeatingBendingProcessNew"/>
    <dgm:cxn modelId="{BFBA7224-432C-465E-A5E2-3A1C83FF7A07}" type="presParOf" srcId="{C20D1441-EAEC-4CCA-AC52-F2F1FBC16487}" destId="{CDDC078B-1ECE-4D20-8CB4-C39421BD85D1}" srcOrd="0" destOrd="0" presId="urn:microsoft.com/office/officeart/2016/7/layout/RepeatingBendingProcessNew"/>
    <dgm:cxn modelId="{EFD0035B-64F9-4922-B2A7-EA35A8D76426}" type="presParOf" srcId="{CBB9AC55-68E0-405A-ACB4-338B8ECDE085}" destId="{22301CF6-140D-43F3-BCE3-FD98FE82FDAE}" srcOrd="12" destOrd="0" presId="urn:microsoft.com/office/officeart/2016/7/layout/RepeatingBendingProcessNew"/>
    <dgm:cxn modelId="{957852CB-B6AC-4664-8CB9-EDC1690AFC07}" type="presParOf" srcId="{CBB9AC55-68E0-405A-ACB4-338B8ECDE085}" destId="{2159D3A6-E781-4557-BC26-5915C4664A59}" srcOrd="13" destOrd="0" presId="urn:microsoft.com/office/officeart/2016/7/layout/RepeatingBendingProcessNew"/>
    <dgm:cxn modelId="{C0195E5A-477E-442C-913D-C43110C54055}" type="presParOf" srcId="{2159D3A6-E781-4557-BC26-5915C4664A59}" destId="{FE1A7283-07A3-4CD6-BB18-15B198B49ABE}" srcOrd="0" destOrd="0" presId="urn:microsoft.com/office/officeart/2016/7/layout/RepeatingBendingProcessNew"/>
    <dgm:cxn modelId="{4EB915DF-0DD6-4445-B32D-945807F8A2E7}" type="presParOf" srcId="{CBB9AC55-68E0-405A-ACB4-338B8ECDE085}" destId="{878AD5EB-5800-470B-BAAB-4BBCFA755EA2}" srcOrd="14" destOrd="0" presId="urn:microsoft.com/office/officeart/2016/7/layout/RepeatingBendingProcessNew"/>
    <dgm:cxn modelId="{4033DE62-B31B-4B68-A931-8B79F821BFD5}" type="presParOf" srcId="{CBB9AC55-68E0-405A-ACB4-338B8ECDE085}" destId="{07A57017-0A82-4852-98F5-BC46B1D48383}" srcOrd="15" destOrd="0" presId="urn:microsoft.com/office/officeart/2016/7/layout/RepeatingBendingProcessNew"/>
    <dgm:cxn modelId="{EA876EB3-B949-4508-8A9D-0AD6FB94AFEB}" type="presParOf" srcId="{07A57017-0A82-4852-98F5-BC46B1D48383}" destId="{987E6728-23AF-4BFD-B2AC-674F92B97977}" srcOrd="0" destOrd="0" presId="urn:microsoft.com/office/officeart/2016/7/layout/RepeatingBendingProcessNew"/>
    <dgm:cxn modelId="{4E56F4B0-B94C-4E29-8076-80CA8E0C18B9}" type="presParOf" srcId="{CBB9AC55-68E0-405A-ACB4-338B8ECDE085}" destId="{E4370CB5-A4A7-4685-B255-1017F654008F}" srcOrd="16" destOrd="0" presId="urn:microsoft.com/office/officeart/2016/7/layout/RepeatingBendingProcessNew"/>
    <dgm:cxn modelId="{1BAF3632-905C-4035-9611-91B60EA19FE6}" type="presParOf" srcId="{CBB9AC55-68E0-405A-ACB4-338B8ECDE085}" destId="{6E9A7E15-5C64-47F9-B8B6-9B64BB83CD37}" srcOrd="17" destOrd="0" presId="urn:microsoft.com/office/officeart/2016/7/layout/RepeatingBendingProcessNew"/>
    <dgm:cxn modelId="{0765F3FA-CA4A-43E6-91A1-D4900E6E417C}" type="presParOf" srcId="{6E9A7E15-5C64-47F9-B8B6-9B64BB83CD37}" destId="{4E4C4502-6484-49F8-8AE6-07657CFC79CF}" srcOrd="0" destOrd="0" presId="urn:microsoft.com/office/officeart/2016/7/layout/RepeatingBendingProcessNew"/>
    <dgm:cxn modelId="{E7BE19BE-6C1A-4818-AF8D-E1F830BF6814}" type="presParOf" srcId="{CBB9AC55-68E0-405A-ACB4-338B8ECDE085}" destId="{28A97C86-EA3F-4ADF-BAE8-FE2D33253340}" srcOrd="18" destOrd="0" presId="urn:microsoft.com/office/officeart/2016/7/layout/RepeatingBendingProcessNew"/>
    <dgm:cxn modelId="{89BB6E7D-1BB4-4B4B-9F7C-42B385F96BA2}" type="presParOf" srcId="{CBB9AC55-68E0-405A-ACB4-338B8ECDE085}" destId="{B02AC2AC-5715-4B22-A6D6-57A983380B2F}" srcOrd="19" destOrd="0" presId="urn:microsoft.com/office/officeart/2016/7/layout/RepeatingBendingProcessNew"/>
    <dgm:cxn modelId="{6CD9B2B1-E66B-41C3-B4D3-5002E1A57116}" type="presParOf" srcId="{B02AC2AC-5715-4B22-A6D6-57A983380B2F}" destId="{2F0CB1B2-3702-4936-92C3-E7C1AEFDB6C7}" srcOrd="0" destOrd="0" presId="urn:microsoft.com/office/officeart/2016/7/layout/RepeatingBendingProcessNew"/>
    <dgm:cxn modelId="{C12C423C-E1D9-441F-A13E-09D8914C6D76}" type="presParOf" srcId="{CBB9AC55-68E0-405A-ACB4-338B8ECDE085}" destId="{60A77A78-68C1-4077-874E-F430050A7420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6D3C5E-CEC3-4EF0-9256-BA0581E0778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F814E7-E818-4F9E-B493-500D6FB601E6}">
      <dgm:prSet/>
      <dgm:spPr/>
      <dgm:t>
        <a:bodyPr/>
        <a:lstStyle/>
        <a:p>
          <a:r>
            <a:rPr lang="en-US" b="1"/>
            <a:t>Prerequisites Installation</a:t>
          </a:r>
          <a:endParaRPr lang="en-US"/>
        </a:p>
      </dgm:t>
    </dgm:pt>
    <dgm:pt modelId="{58D16EC4-44B5-4CFA-A5DB-17BC9132B1FA}" type="parTrans" cxnId="{63CA8788-AD09-489E-857A-3033E00D4022}">
      <dgm:prSet/>
      <dgm:spPr/>
      <dgm:t>
        <a:bodyPr/>
        <a:lstStyle/>
        <a:p>
          <a:endParaRPr lang="en-US"/>
        </a:p>
      </dgm:t>
    </dgm:pt>
    <dgm:pt modelId="{1F9CE9E1-8195-4E80-AE53-E4DC9F91411E}" type="sibTrans" cxnId="{63CA8788-AD09-489E-857A-3033E00D4022}">
      <dgm:prSet/>
      <dgm:spPr/>
      <dgm:t>
        <a:bodyPr/>
        <a:lstStyle/>
        <a:p>
          <a:endParaRPr lang="en-US"/>
        </a:p>
      </dgm:t>
    </dgm:pt>
    <dgm:pt modelId="{A24F3BF7-5B0A-4872-860F-06D51B695001}">
      <dgm:prSet/>
      <dgm:spPr/>
      <dgm:t>
        <a:bodyPr/>
        <a:lstStyle/>
        <a:p>
          <a:r>
            <a:rPr lang="en-US"/>
            <a:t>Java JDK 8+</a:t>
          </a:r>
        </a:p>
      </dgm:t>
    </dgm:pt>
    <dgm:pt modelId="{BCD9D31B-9C5A-4E49-A143-EE35C9825AFB}" type="parTrans" cxnId="{7EDEE234-706A-414F-B59E-5CFA077AB1EB}">
      <dgm:prSet/>
      <dgm:spPr/>
      <dgm:t>
        <a:bodyPr/>
        <a:lstStyle/>
        <a:p>
          <a:endParaRPr lang="en-US"/>
        </a:p>
      </dgm:t>
    </dgm:pt>
    <dgm:pt modelId="{869B42A3-8DC7-49B9-826C-75C17B005BA6}" type="sibTrans" cxnId="{7EDEE234-706A-414F-B59E-5CFA077AB1EB}">
      <dgm:prSet/>
      <dgm:spPr/>
      <dgm:t>
        <a:bodyPr/>
        <a:lstStyle/>
        <a:p>
          <a:endParaRPr lang="en-US"/>
        </a:p>
      </dgm:t>
    </dgm:pt>
    <dgm:pt modelId="{28A64AF4-E174-4ECA-A07F-22832B93FA0E}">
      <dgm:prSet/>
      <dgm:spPr/>
      <dgm:t>
        <a:bodyPr/>
        <a:lstStyle/>
        <a:p>
          <a:r>
            <a:rPr lang="en-US"/>
            <a:t>Eclipse Enterprise Edition</a:t>
          </a:r>
        </a:p>
      </dgm:t>
    </dgm:pt>
    <dgm:pt modelId="{D993CA1A-B176-4DD8-BA73-0F65B80F10E4}" type="parTrans" cxnId="{C7ABCB3B-A0C6-499C-A8B2-00204C46105C}">
      <dgm:prSet/>
      <dgm:spPr/>
      <dgm:t>
        <a:bodyPr/>
        <a:lstStyle/>
        <a:p>
          <a:endParaRPr lang="en-US"/>
        </a:p>
      </dgm:t>
    </dgm:pt>
    <dgm:pt modelId="{DF1A57C8-B553-43C4-B5B2-B3E653B96CA5}" type="sibTrans" cxnId="{C7ABCB3B-A0C6-499C-A8B2-00204C46105C}">
      <dgm:prSet/>
      <dgm:spPr/>
      <dgm:t>
        <a:bodyPr/>
        <a:lstStyle/>
        <a:p>
          <a:endParaRPr lang="en-US"/>
        </a:p>
      </dgm:t>
    </dgm:pt>
    <dgm:pt modelId="{8CBA0189-0A88-467E-AC12-61728156CB9A}">
      <dgm:prSet/>
      <dgm:spPr/>
      <dgm:t>
        <a:bodyPr/>
        <a:lstStyle/>
        <a:p>
          <a:r>
            <a:rPr lang="en-US"/>
            <a:t>Apache Tomcat v8.0+</a:t>
          </a:r>
        </a:p>
      </dgm:t>
    </dgm:pt>
    <dgm:pt modelId="{4CC7C4AD-6776-415D-A7E2-884180B35EE8}" type="parTrans" cxnId="{795E580A-600C-47DC-9E65-28D4785D2845}">
      <dgm:prSet/>
      <dgm:spPr/>
      <dgm:t>
        <a:bodyPr/>
        <a:lstStyle/>
        <a:p>
          <a:endParaRPr lang="en-US"/>
        </a:p>
      </dgm:t>
    </dgm:pt>
    <dgm:pt modelId="{CE4F284C-5816-4200-820E-A44659010ABE}" type="sibTrans" cxnId="{795E580A-600C-47DC-9E65-28D4785D2845}">
      <dgm:prSet/>
      <dgm:spPr/>
      <dgm:t>
        <a:bodyPr/>
        <a:lstStyle/>
        <a:p>
          <a:endParaRPr lang="en-US"/>
        </a:p>
      </dgm:t>
    </dgm:pt>
    <dgm:pt modelId="{39502194-2E2A-457E-8729-69FFAFD57275}">
      <dgm:prSet/>
      <dgm:spPr/>
      <dgm:t>
        <a:bodyPr/>
        <a:lstStyle/>
        <a:p>
          <a:r>
            <a:rPr lang="en-US"/>
            <a:t>MySQL Server &amp; Workbench</a:t>
          </a:r>
        </a:p>
      </dgm:t>
    </dgm:pt>
    <dgm:pt modelId="{FA1F85C7-B1AC-4526-8F96-EE729A74BE47}" type="parTrans" cxnId="{513B91C8-9A28-4344-B75D-26D4FE0A7C18}">
      <dgm:prSet/>
      <dgm:spPr/>
      <dgm:t>
        <a:bodyPr/>
        <a:lstStyle/>
        <a:p>
          <a:endParaRPr lang="en-US"/>
        </a:p>
      </dgm:t>
    </dgm:pt>
    <dgm:pt modelId="{890A20BA-2E46-484B-946C-B4C8D80625D9}" type="sibTrans" cxnId="{513B91C8-9A28-4344-B75D-26D4FE0A7C18}">
      <dgm:prSet/>
      <dgm:spPr/>
      <dgm:t>
        <a:bodyPr/>
        <a:lstStyle/>
        <a:p>
          <a:endParaRPr lang="en-US"/>
        </a:p>
      </dgm:t>
    </dgm:pt>
    <dgm:pt modelId="{5CEC2438-FFEF-411A-BE14-ECD53A0A75E5}">
      <dgm:prSet/>
      <dgm:spPr/>
      <dgm:t>
        <a:bodyPr/>
        <a:lstStyle/>
        <a:p>
          <a:r>
            <a:rPr lang="en-US"/>
            <a:t>Apache Maven</a:t>
          </a:r>
        </a:p>
      </dgm:t>
    </dgm:pt>
    <dgm:pt modelId="{1BADF2F4-DBAD-442E-A9FB-14A6C64C7D96}" type="parTrans" cxnId="{64387A49-82D6-4678-BE34-66F9D5D55385}">
      <dgm:prSet/>
      <dgm:spPr/>
      <dgm:t>
        <a:bodyPr/>
        <a:lstStyle/>
        <a:p>
          <a:endParaRPr lang="en-US"/>
        </a:p>
      </dgm:t>
    </dgm:pt>
    <dgm:pt modelId="{77010D1E-C373-4144-A20A-58395499877E}" type="sibTrans" cxnId="{64387A49-82D6-4678-BE34-66F9D5D55385}">
      <dgm:prSet/>
      <dgm:spPr/>
      <dgm:t>
        <a:bodyPr/>
        <a:lstStyle/>
        <a:p>
          <a:endParaRPr lang="en-US"/>
        </a:p>
      </dgm:t>
    </dgm:pt>
    <dgm:pt modelId="{5989BBA9-0EC1-4E1E-B928-0FE1597E63F2}">
      <dgm:prSet/>
      <dgm:spPr/>
      <dgm:t>
        <a:bodyPr/>
        <a:lstStyle/>
        <a:p>
          <a:r>
            <a:rPr lang="en-US"/>
            <a:t>Git</a:t>
          </a:r>
        </a:p>
      </dgm:t>
    </dgm:pt>
    <dgm:pt modelId="{459E942D-3E02-49C8-BB50-49045823F9D2}" type="parTrans" cxnId="{677FF0B6-9130-4D66-BBDB-9C1B5572A04C}">
      <dgm:prSet/>
      <dgm:spPr/>
      <dgm:t>
        <a:bodyPr/>
        <a:lstStyle/>
        <a:p>
          <a:endParaRPr lang="en-US"/>
        </a:p>
      </dgm:t>
    </dgm:pt>
    <dgm:pt modelId="{1678480D-EFEA-4658-9735-E8EBA7DD81D8}" type="sibTrans" cxnId="{677FF0B6-9130-4D66-BBDB-9C1B5572A04C}">
      <dgm:prSet/>
      <dgm:spPr/>
      <dgm:t>
        <a:bodyPr/>
        <a:lstStyle/>
        <a:p>
          <a:endParaRPr lang="en-US"/>
        </a:p>
      </dgm:t>
    </dgm:pt>
    <dgm:pt modelId="{B92A6335-AF08-41DC-90C5-652EC4D876CA}">
      <dgm:prSet/>
      <dgm:spPr/>
      <dgm:t>
        <a:bodyPr/>
        <a:lstStyle/>
        <a:p>
          <a:r>
            <a:rPr lang="en-US" b="1"/>
            <a:t>Configuration Steps</a:t>
          </a:r>
          <a:endParaRPr lang="en-US"/>
        </a:p>
      </dgm:t>
    </dgm:pt>
    <dgm:pt modelId="{AFF80ECA-CF9B-4368-ABED-8BCC25D193ED}" type="parTrans" cxnId="{17DBB0E2-9DC5-4B1D-8DD6-AE2A7DAC6CF8}">
      <dgm:prSet/>
      <dgm:spPr/>
      <dgm:t>
        <a:bodyPr/>
        <a:lstStyle/>
        <a:p>
          <a:endParaRPr lang="en-US"/>
        </a:p>
      </dgm:t>
    </dgm:pt>
    <dgm:pt modelId="{3F3FB748-819A-4D25-BF4B-6C64F84EEE88}" type="sibTrans" cxnId="{17DBB0E2-9DC5-4B1D-8DD6-AE2A7DAC6CF8}">
      <dgm:prSet/>
      <dgm:spPr/>
      <dgm:t>
        <a:bodyPr/>
        <a:lstStyle/>
        <a:p>
          <a:endParaRPr lang="en-US"/>
        </a:p>
      </dgm:t>
    </dgm:pt>
    <dgm:pt modelId="{6380F1C6-1E74-47C5-897A-908A4BD27949}">
      <dgm:prSet/>
      <dgm:spPr/>
      <dgm:t>
        <a:bodyPr/>
        <a:lstStyle/>
        <a:p>
          <a:r>
            <a:rPr lang="en-US"/>
            <a:t>Clone repository</a:t>
          </a:r>
        </a:p>
      </dgm:t>
    </dgm:pt>
    <dgm:pt modelId="{B18FDA6A-95BE-4FB7-BB5A-BE1DDF261386}" type="parTrans" cxnId="{20E1D9C9-D008-45F3-9FE6-68DD4F309299}">
      <dgm:prSet/>
      <dgm:spPr/>
      <dgm:t>
        <a:bodyPr/>
        <a:lstStyle/>
        <a:p>
          <a:endParaRPr lang="en-US"/>
        </a:p>
      </dgm:t>
    </dgm:pt>
    <dgm:pt modelId="{7BE0BC5F-B1C2-4193-97FC-5E9E1DC10207}" type="sibTrans" cxnId="{20E1D9C9-D008-45F3-9FE6-68DD4F309299}">
      <dgm:prSet/>
      <dgm:spPr/>
      <dgm:t>
        <a:bodyPr/>
        <a:lstStyle/>
        <a:p>
          <a:endParaRPr lang="en-US"/>
        </a:p>
      </dgm:t>
    </dgm:pt>
    <dgm:pt modelId="{0B6848F8-AE23-43DC-B899-B85E7CF2FE06}">
      <dgm:prSet/>
      <dgm:spPr/>
      <dgm:t>
        <a:bodyPr/>
        <a:lstStyle/>
        <a:p>
          <a:r>
            <a:rPr lang="en-US"/>
            <a:t>Initialize MySQL database using provided SQL script</a:t>
          </a:r>
        </a:p>
      </dgm:t>
    </dgm:pt>
    <dgm:pt modelId="{6FA8E8E3-3099-41D5-B6EF-B2D2DFB90A2C}" type="parTrans" cxnId="{6A235ED5-61BC-407A-9C7A-704F7825702C}">
      <dgm:prSet/>
      <dgm:spPr/>
      <dgm:t>
        <a:bodyPr/>
        <a:lstStyle/>
        <a:p>
          <a:endParaRPr lang="en-US"/>
        </a:p>
      </dgm:t>
    </dgm:pt>
    <dgm:pt modelId="{FE5CBAE9-65C2-497D-B9E7-311387FDCB03}" type="sibTrans" cxnId="{6A235ED5-61BC-407A-9C7A-704F7825702C}">
      <dgm:prSet/>
      <dgm:spPr/>
      <dgm:t>
        <a:bodyPr/>
        <a:lstStyle/>
        <a:p>
          <a:endParaRPr lang="en-US"/>
        </a:p>
      </dgm:t>
    </dgm:pt>
    <dgm:pt modelId="{6353DCF4-D5D3-4698-B894-4DE0F7647A72}">
      <dgm:prSet/>
      <dgm:spPr/>
      <dgm:t>
        <a:bodyPr/>
        <a:lstStyle/>
        <a:p>
          <a:r>
            <a:rPr lang="en-US"/>
            <a:t>Configure application.properties:</a:t>
          </a:r>
        </a:p>
      </dgm:t>
    </dgm:pt>
    <dgm:pt modelId="{8DC2682A-35F6-4F08-AA0A-219C63028789}" type="parTrans" cxnId="{2534A936-E1C2-4E5E-9D78-1ABD13B056B3}">
      <dgm:prSet/>
      <dgm:spPr/>
      <dgm:t>
        <a:bodyPr/>
        <a:lstStyle/>
        <a:p>
          <a:endParaRPr lang="en-US"/>
        </a:p>
      </dgm:t>
    </dgm:pt>
    <dgm:pt modelId="{23726D3D-5B9D-4AEB-AFFF-F9BDC8DF14E8}" type="sibTrans" cxnId="{2534A936-E1C2-4E5E-9D78-1ABD13B056B3}">
      <dgm:prSet/>
      <dgm:spPr/>
      <dgm:t>
        <a:bodyPr/>
        <a:lstStyle/>
        <a:p>
          <a:endParaRPr lang="en-US"/>
        </a:p>
      </dgm:t>
    </dgm:pt>
    <dgm:pt modelId="{C26E9299-1AC8-4221-AC11-476A6FEA5B2E}">
      <dgm:prSet/>
      <dgm:spPr/>
      <dgm:t>
        <a:bodyPr/>
        <a:lstStyle/>
        <a:p>
          <a:r>
            <a:rPr lang="en-US"/>
            <a:t>Database credentials</a:t>
          </a:r>
        </a:p>
      </dgm:t>
    </dgm:pt>
    <dgm:pt modelId="{1E490155-86C3-4B42-BC7A-014E9218F2AA}" type="parTrans" cxnId="{212474D8-2665-4994-AC7B-B6161820A5D5}">
      <dgm:prSet/>
      <dgm:spPr/>
      <dgm:t>
        <a:bodyPr/>
        <a:lstStyle/>
        <a:p>
          <a:endParaRPr lang="en-US"/>
        </a:p>
      </dgm:t>
    </dgm:pt>
    <dgm:pt modelId="{7438ED50-6DC7-4ECA-BE7D-4B5AB016B6C2}" type="sibTrans" cxnId="{212474D8-2665-4994-AC7B-B6161820A5D5}">
      <dgm:prSet/>
      <dgm:spPr/>
      <dgm:t>
        <a:bodyPr/>
        <a:lstStyle/>
        <a:p>
          <a:endParaRPr lang="en-US"/>
        </a:p>
      </dgm:t>
    </dgm:pt>
    <dgm:pt modelId="{6F887790-87B5-4ADF-A0CC-1A0D47D3065D}">
      <dgm:prSet/>
      <dgm:spPr/>
      <dgm:t>
        <a:bodyPr/>
        <a:lstStyle/>
        <a:p>
          <a:r>
            <a:rPr lang="en-US"/>
            <a:t>Gmail app password for emails</a:t>
          </a:r>
        </a:p>
      </dgm:t>
    </dgm:pt>
    <dgm:pt modelId="{6919459E-1F89-4FE5-AF62-2C0FF742FC76}" type="parTrans" cxnId="{BFBFFC64-FCFC-44D6-9270-1A47AAE51206}">
      <dgm:prSet/>
      <dgm:spPr/>
      <dgm:t>
        <a:bodyPr/>
        <a:lstStyle/>
        <a:p>
          <a:endParaRPr lang="en-US"/>
        </a:p>
      </dgm:t>
    </dgm:pt>
    <dgm:pt modelId="{E84CBE2D-3EC4-4B85-AF26-5AA044BDFFDE}" type="sibTrans" cxnId="{BFBFFC64-FCFC-44D6-9270-1A47AAE51206}">
      <dgm:prSet/>
      <dgm:spPr/>
      <dgm:t>
        <a:bodyPr/>
        <a:lstStyle/>
        <a:p>
          <a:endParaRPr lang="en-US"/>
        </a:p>
      </dgm:t>
    </dgm:pt>
    <dgm:pt modelId="{54754647-E5A1-4AEE-958D-18B57318088F}">
      <dgm:prSet/>
      <dgm:spPr/>
      <dgm:t>
        <a:bodyPr/>
        <a:lstStyle/>
        <a:p>
          <a:r>
            <a:rPr lang="en-US"/>
            <a:t>Maven clean install</a:t>
          </a:r>
        </a:p>
      </dgm:t>
    </dgm:pt>
    <dgm:pt modelId="{FE38AEDB-3F9D-4704-81FA-77C8FA933E71}" type="parTrans" cxnId="{34B16145-B309-4A9F-8FD0-AE531902F340}">
      <dgm:prSet/>
      <dgm:spPr/>
      <dgm:t>
        <a:bodyPr/>
        <a:lstStyle/>
        <a:p>
          <a:endParaRPr lang="en-US"/>
        </a:p>
      </dgm:t>
    </dgm:pt>
    <dgm:pt modelId="{22B4EE68-2549-4C5A-8DC9-4AB14C93B1E1}" type="sibTrans" cxnId="{34B16145-B309-4A9F-8FD0-AE531902F340}">
      <dgm:prSet/>
      <dgm:spPr/>
      <dgm:t>
        <a:bodyPr/>
        <a:lstStyle/>
        <a:p>
          <a:endParaRPr lang="en-US"/>
        </a:p>
      </dgm:t>
    </dgm:pt>
    <dgm:pt modelId="{32286A42-F234-4F63-A3F0-C785489420B6}">
      <dgm:prSet/>
      <dgm:spPr/>
      <dgm:t>
        <a:bodyPr/>
        <a:lstStyle/>
        <a:p>
          <a:r>
            <a:rPr lang="en-US"/>
            <a:t>Deploy to Tomcat</a:t>
          </a:r>
        </a:p>
      </dgm:t>
    </dgm:pt>
    <dgm:pt modelId="{9D9CEAD7-54FE-480C-8590-68863CA81BCF}" type="parTrans" cxnId="{43AA58AE-CCEA-4539-A1C7-9F77C18B3D28}">
      <dgm:prSet/>
      <dgm:spPr/>
      <dgm:t>
        <a:bodyPr/>
        <a:lstStyle/>
        <a:p>
          <a:endParaRPr lang="en-US"/>
        </a:p>
      </dgm:t>
    </dgm:pt>
    <dgm:pt modelId="{145C698D-C071-496D-BAF8-0DBCB65025F6}" type="sibTrans" cxnId="{43AA58AE-CCEA-4539-A1C7-9F77C18B3D28}">
      <dgm:prSet/>
      <dgm:spPr/>
      <dgm:t>
        <a:bodyPr/>
        <a:lstStyle/>
        <a:p>
          <a:endParaRPr lang="en-US"/>
        </a:p>
      </dgm:t>
    </dgm:pt>
    <dgm:pt modelId="{4B19D4F8-A630-4B83-8C6B-7B6A0954B734}" type="pres">
      <dgm:prSet presAssocID="{ED6D3C5E-CEC3-4EF0-9256-BA0581E07784}" presName="diagram" presStyleCnt="0">
        <dgm:presLayoutVars>
          <dgm:dir/>
          <dgm:resizeHandles val="exact"/>
        </dgm:presLayoutVars>
      </dgm:prSet>
      <dgm:spPr/>
    </dgm:pt>
    <dgm:pt modelId="{F309B37F-E191-4C10-BCEA-19B2F00F7141}" type="pres">
      <dgm:prSet presAssocID="{76F814E7-E818-4F9E-B493-500D6FB601E6}" presName="node" presStyleLbl="node1" presStyleIdx="0" presStyleCnt="13">
        <dgm:presLayoutVars>
          <dgm:bulletEnabled val="1"/>
        </dgm:presLayoutVars>
      </dgm:prSet>
      <dgm:spPr/>
    </dgm:pt>
    <dgm:pt modelId="{B7B96CAB-6A85-4444-B665-7BCC1FED9FD0}" type="pres">
      <dgm:prSet presAssocID="{1F9CE9E1-8195-4E80-AE53-E4DC9F91411E}" presName="sibTrans" presStyleCnt="0"/>
      <dgm:spPr/>
    </dgm:pt>
    <dgm:pt modelId="{45B7F6F9-E79E-4297-B9B6-0A2ABE076EE8}" type="pres">
      <dgm:prSet presAssocID="{A24F3BF7-5B0A-4872-860F-06D51B695001}" presName="node" presStyleLbl="node1" presStyleIdx="1" presStyleCnt="13">
        <dgm:presLayoutVars>
          <dgm:bulletEnabled val="1"/>
        </dgm:presLayoutVars>
      </dgm:prSet>
      <dgm:spPr/>
    </dgm:pt>
    <dgm:pt modelId="{49C7CEC0-D3C8-4AFB-892C-05579F7E62F5}" type="pres">
      <dgm:prSet presAssocID="{869B42A3-8DC7-49B9-826C-75C17B005BA6}" presName="sibTrans" presStyleCnt="0"/>
      <dgm:spPr/>
    </dgm:pt>
    <dgm:pt modelId="{E9B8202A-CE82-49F5-A3AD-4A3B5CEFE639}" type="pres">
      <dgm:prSet presAssocID="{28A64AF4-E174-4ECA-A07F-22832B93FA0E}" presName="node" presStyleLbl="node1" presStyleIdx="2" presStyleCnt="13">
        <dgm:presLayoutVars>
          <dgm:bulletEnabled val="1"/>
        </dgm:presLayoutVars>
      </dgm:prSet>
      <dgm:spPr/>
    </dgm:pt>
    <dgm:pt modelId="{F9DA2E8F-0C6E-42C7-8C43-EDA82B9CCACF}" type="pres">
      <dgm:prSet presAssocID="{DF1A57C8-B553-43C4-B5B2-B3E653B96CA5}" presName="sibTrans" presStyleCnt="0"/>
      <dgm:spPr/>
    </dgm:pt>
    <dgm:pt modelId="{243EBA8A-ADBE-4B25-BB98-41697013345D}" type="pres">
      <dgm:prSet presAssocID="{8CBA0189-0A88-467E-AC12-61728156CB9A}" presName="node" presStyleLbl="node1" presStyleIdx="3" presStyleCnt="13">
        <dgm:presLayoutVars>
          <dgm:bulletEnabled val="1"/>
        </dgm:presLayoutVars>
      </dgm:prSet>
      <dgm:spPr/>
    </dgm:pt>
    <dgm:pt modelId="{B752C332-B2BE-4DAB-99B8-E12E7464CD8E}" type="pres">
      <dgm:prSet presAssocID="{CE4F284C-5816-4200-820E-A44659010ABE}" presName="sibTrans" presStyleCnt="0"/>
      <dgm:spPr/>
    </dgm:pt>
    <dgm:pt modelId="{0A6D7FE6-B777-4900-913E-EC4CC10C8030}" type="pres">
      <dgm:prSet presAssocID="{39502194-2E2A-457E-8729-69FFAFD57275}" presName="node" presStyleLbl="node1" presStyleIdx="4" presStyleCnt="13">
        <dgm:presLayoutVars>
          <dgm:bulletEnabled val="1"/>
        </dgm:presLayoutVars>
      </dgm:prSet>
      <dgm:spPr/>
    </dgm:pt>
    <dgm:pt modelId="{52A12EB6-E1D6-4EC4-969C-CAB5C6C3D28F}" type="pres">
      <dgm:prSet presAssocID="{890A20BA-2E46-484B-946C-B4C8D80625D9}" presName="sibTrans" presStyleCnt="0"/>
      <dgm:spPr/>
    </dgm:pt>
    <dgm:pt modelId="{6F5809DF-9A74-42DC-904E-A46BF11DBE6D}" type="pres">
      <dgm:prSet presAssocID="{5CEC2438-FFEF-411A-BE14-ECD53A0A75E5}" presName="node" presStyleLbl="node1" presStyleIdx="5" presStyleCnt="13">
        <dgm:presLayoutVars>
          <dgm:bulletEnabled val="1"/>
        </dgm:presLayoutVars>
      </dgm:prSet>
      <dgm:spPr/>
    </dgm:pt>
    <dgm:pt modelId="{215253AB-1248-4609-A62A-DECDE285EDA6}" type="pres">
      <dgm:prSet presAssocID="{77010D1E-C373-4144-A20A-58395499877E}" presName="sibTrans" presStyleCnt="0"/>
      <dgm:spPr/>
    </dgm:pt>
    <dgm:pt modelId="{A89C3C9C-63BB-49CC-8A3C-99767BB4494F}" type="pres">
      <dgm:prSet presAssocID="{5989BBA9-0EC1-4E1E-B928-0FE1597E63F2}" presName="node" presStyleLbl="node1" presStyleIdx="6" presStyleCnt="13">
        <dgm:presLayoutVars>
          <dgm:bulletEnabled val="1"/>
        </dgm:presLayoutVars>
      </dgm:prSet>
      <dgm:spPr/>
    </dgm:pt>
    <dgm:pt modelId="{D5CFF1C5-A828-47EC-94B4-6A71F82C28FA}" type="pres">
      <dgm:prSet presAssocID="{1678480D-EFEA-4658-9735-E8EBA7DD81D8}" presName="sibTrans" presStyleCnt="0"/>
      <dgm:spPr/>
    </dgm:pt>
    <dgm:pt modelId="{53F73007-9F85-4FFF-BC29-7FB9047F7F60}" type="pres">
      <dgm:prSet presAssocID="{B92A6335-AF08-41DC-90C5-652EC4D876CA}" presName="node" presStyleLbl="node1" presStyleIdx="7" presStyleCnt="13">
        <dgm:presLayoutVars>
          <dgm:bulletEnabled val="1"/>
        </dgm:presLayoutVars>
      </dgm:prSet>
      <dgm:spPr/>
    </dgm:pt>
    <dgm:pt modelId="{85804844-8EDF-4931-80B3-39BA29AC01A6}" type="pres">
      <dgm:prSet presAssocID="{3F3FB748-819A-4D25-BF4B-6C64F84EEE88}" presName="sibTrans" presStyleCnt="0"/>
      <dgm:spPr/>
    </dgm:pt>
    <dgm:pt modelId="{93F1019A-6FCE-4B86-A11C-840897A23C7C}" type="pres">
      <dgm:prSet presAssocID="{6380F1C6-1E74-47C5-897A-908A4BD27949}" presName="node" presStyleLbl="node1" presStyleIdx="8" presStyleCnt="13">
        <dgm:presLayoutVars>
          <dgm:bulletEnabled val="1"/>
        </dgm:presLayoutVars>
      </dgm:prSet>
      <dgm:spPr/>
    </dgm:pt>
    <dgm:pt modelId="{6E7DADB7-E2CC-4160-9BA1-5DF6E81308A1}" type="pres">
      <dgm:prSet presAssocID="{7BE0BC5F-B1C2-4193-97FC-5E9E1DC10207}" presName="sibTrans" presStyleCnt="0"/>
      <dgm:spPr/>
    </dgm:pt>
    <dgm:pt modelId="{B4604413-9FA6-492A-8314-6A3A06F3E0E7}" type="pres">
      <dgm:prSet presAssocID="{0B6848F8-AE23-43DC-B899-B85E7CF2FE06}" presName="node" presStyleLbl="node1" presStyleIdx="9" presStyleCnt="13">
        <dgm:presLayoutVars>
          <dgm:bulletEnabled val="1"/>
        </dgm:presLayoutVars>
      </dgm:prSet>
      <dgm:spPr/>
    </dgm:pt>
    <dgm:pt modelId="{71D307EF-CAEC-44FE-9926-AB72E246035B}" type="pres">
      <dgm:prSet presAssocID="{FE5CBAE9-65C2-497D-B9E7-311387FDCB03}" presName="sibTrans" presStyleCnt="0"/>
      <dgm:spPr/>
    </dgm:pt>
    <dgm:pt modelId="{D240C0E1-EA19-4E3B-B9AC-A1F04C2CF81A}" type="pres">
      <dgm:prSet presAssocID="{6353DCF4-D5D3-4698-B894-4DE0F7647A72}" presName="node" presStyleLbl="node1" presStyleIdx="10" presStyleCnt="13">
        <dgm:presLayoutVars>
          <dgm:bulletEnabled val="1"/>
        </dgm:presLayoutVars>
      </dgm:prSet>
      <dgm:spPr/>
    </dgm:pt>
    <dgm:pt modelId="{D4E8A24E-F16D-4A77-89F5-324B48C5B8D5}" type="pres">
      <dgm:prSet presAssocID="{23726D3D-5B9D-4AEB-AFFF-F9BDC8DF14E8}" presName="sibTrans" presStyleCnt="0"/>
      <dgm:spPr/>
    </dgm:pt>
    <dgm:pt modelId="{A3381C2D-2D3E-4AA7-AFCE-6AA82C1A7CEF}" type="pres">
      <dgm:prSet presAssocID="{54754647-E5A1-4AEE-958D-18B57318088F}" presName="node" presStyleLbl="node1" presStyleIdx="11" presStyleCnt="13">
        <dgm:presLayoutVars>
          <dgm:bulletEnabled val="1"/>
        </dgm:presLayoutVars>
      </dgm:prSet>
      <dgm:spPr/>
    </dgm:pt>
    <dgm:pt modelId="{71BC9365-EA9C-42AA-90F8-DFD7D3CB5FB1}" type="pres">
      <dgm:prSet presAssocID="{22B4EE68-2549-4C5A-8DC9-4AB14C93B1E1}" presName="sibTrans" presStyleCnt="0"/>
      <dgm:spPr/>
    </dgm:pt>
    <dgm:pt modelId="{D19FC869-6A19-4E39-A095-9C5D25476490}" type="pres">
      <dgm:prSet presAssocID="{32286A42-F234-4F63-A3F0-C785489420B6}" presName="node" presStyleLbl="node1" presStyleIdx="12" presStyleCnt="13">
        <dgm:presLayoutVars>
          <dgm:bulletEnabled val="1"/>
        </dgm:presLayoutVars>
      </dgm:prSet>
      <dgm:spPr/>
    </dgm:pt>
  </dgm:ptLst>
  <dgm:cxnLst>
    <dgm:cxn modelId="{795E580A-600C-47DC-9E65-28D4785D2845}" srcId="{ED6D3C5E-CEC3-4EF0-9256-BA0581E07784}" destId="{8CBA0189-0A88-467E-AC12-61728156CB9A}" srcOrd="3" destOrd="0" parTransId="{4CC7C4AD-6776-415D-A7E2-884180B35EE8}" sibTransId="{CE4F284C-5816-4200-820E-A44659010ABE}"/>
    <dgm:cxn modelId="{17F5F214-4310-4289-9010-15A878D48D8E}" type="presOf" srcId="{28A64AF4-E174-4ECA-A07F-22832B93FA0E}" destId="{E9B8202A-CE82-49F5-A3AD-4A3B5CEFE639}" srcOrd="0" destOrd="0" presId="urn:microsoft.com/office/officeart/2005/8/layout/default"/>
    <dgm:cxn modelId="{EFC6C21D-49F2-424D-9E31-DA0050C82704}" type="presOf" srcId="{B92A6335-AF08-41DC-90C5-652EC4D876CA}" destId="{53F73007-9F85-4FFF-BC29-7FB9047F7F60}" srcOrd="0" destOrd="0" presId="urn:microsoft.com/office/officeart/2005/8/layout/default"/>
    <dgm:cxn modelId="{21333522-962F-4D57-AEEB-A242E9F7C5CB}" type="presOf" srcId="{ED6D3C5E-CEC3-4EF0-9256-BA0581E07784}" destId="{4B19D4F8-A630-4B83-8C6B-7B6A0954B734}" srcOrd="0" destOrd="0" presId="urn:microsoft.com/office/officeart/2005/8/layout/default"/>
    <dgm:cxn modelId="{8CC46930-5FBA-437E-AE02-DEB8A53C08F2}" type="presOf" srcId="{6380F1C6-1E74-47C5-897A-908A4BD27949}" destId="{93F1019A-6FCE-4B86-A11C-840897A23C7C}" srcOrd="0" destOrd="0" presId="urn:microsoft.com/office/officeart/2005/8/layout/default"/>
    <dgm:cxn modelId="{7EDEE234-706A-414F-B59E-5CFA077AB1EB}" srcId="{ED6D3C5E-CEC3-4EF0-9256-BA0581E07784}" destId="{A24F3BF7-5B0A-4872-860F-06D51B695001}" srcOrd="1" destOrd="0" parTransId="{BCD9D31B-9C5A-4E49-A143-EE35C9825AFB}" sibTransId="{869B42A3-8DC7-49B9-826C-75C17B005BA6}"/>
    <dgm:cxn modelId="{2534A936-E1C2-4E5E-9D78-1ABD13B056B3}" srcId="{ED6D3C5E-CEC3-4EF0-9256-BA0581E07784}" destId="{6353DCF4-D5D3-4698-B894-4DE0F7647A72}" srcOrd="10" destOrd="0" parTransId="{8DC2682A-35F6-4F08-AA0A-219C63028789}" sibTransId="{23726D3D-5B9D-4AEB-AFFF-F9BDC8DF14E8}"/>
    <dgm:cxn modelId="{C7ABCB3B-A0C6-499C-A8B2-00204C46105C}" srcId="{ED6D3C5E-CEC3-4EF0-9256-BA0581E07784}" destId="{28A64AF4-E174-4ECA-A07F-22832B93FA0E}" srcOrd="2" destOrd="0" parTransId="{D993CA1A-B176-4DD8-BA73-0F65B80F10E4}" sibTransId="{DF1A57C8-B553-43C4-B5B2-B3E653B96CA5}"/>
    <dgm:cxn modelId="{DBAA3A5E-4390-4D14-952B-810968F0058A}" type="presOf" srcId="{54754647-E5A1-4AEE-958D-18B57318088F}" destId="{A3381C2D-2D3E-4AA7-AFCE-6AA82C1A7CEF}" srcOrd="0" destOrd="0" presId="urn:microsoft.com/office/officeart/2005/8/layout/default"/>
    <dgm:cxn modelId="{52394A62-BEF6-446F-A7A6-84E0AD4B1D04}" type="presOf" srcId="{A24F3BF7-5B0A-4872-860F-06D51B695001}" destId="{45B7F6F9-E79E-4297-B9B6-0A2ABE076EE8}" srcOrd="0" destOrd="0" presId="urn:microsoft.com/office/officeart/2005/8/layout/default"/>
    <dgm:cxn modelId="{5B51A962-34F1-49FB-BBBD-6E2DE63E8603}" type="presOf" srcId="{5CEC2438-FFEF-411A-BE14-ECD53A0A75E5}" destId="{6F5809DF-9A74-42DC-904E-A46BF11DBE6D}" srcOrd="0" destOrd="0" presId="urn:microsoft.com/office/officeart/2005/8/layout/default"/>
    <dgm:cxn modelId="{4595C962-6965-4022-B8AA-BBD532A22587}" type="presOf" srcId="{5989BBA9-0EC1-4E1E-B928-0FE1597E63F2}" destId="{A89C3C9C-63BB-49CC-8A3C-99767BB4494F}" srcOrd="0" destOrd="0" presId="urn:microsoft.com/office/officeart/2005/8/layout/default"/>
    <dgm:cxn modelId="{BFBFFC64-FCFC-44D6-9270-1A47AAE51206}" srcId="{6353DCF4-D5D3-4698-B894-4DE0F7647A72}" destId="{6F887790-87B5-4ADF-A0CC-1A0D47D3065D}" srcOrd="1" destOrd="0" parTransId="{6919459E-1F89-4FE5-AF62-2C0FF742FC76}" sibTransId="{E84CBE2D-3EC4-4B85-AF26-5AA044BDFFDE}"/>
    <dgm:cxn modelId="{34B16145-B309-4A9F-8FD0-AE531902F340}" srcId="{ED6D3C5E-CEC3-4EF0-9256-BA0581E07784}" destId="{54754647-E5A1-4AEE-958D-18B57318088F}" srcOrd="11" destOrd="0" parTransId="{FE38AEDB-3F9D-4704-81FA-77C8FA933E71}" sibTransId="{22B4EE68-2549-4C5A-8DC9-4AB14C93B1E1}"/>
    <dgm:cxn modelId="{D0E28F68-1698-4257-95C9-84D325E2A10E}" type="presOf" srcId="{39502194-2E2A-457E-8729-69FFAFD57275}" destId="{0A6D7FE6-B777-4900-913E-EC4CC10C8030}" srcOrd="0" destOrd="0" presId="urn:microsoft.com/office/officeart/2005/8/layout/default"/>
    <dgm:cxn modelId="{64387A49-82D6-4678-BE34-66F9D5D55385}" srcId="{ED6D3C5E-CEC3-4EF0-9256-BA0581E07784}" destId="{5CEC2438-FFEF-411A-BE14-ECD53A0A75E5}" srcOrd="5" destOrd="0" parTransId="{1BADF2F4-DBAD-442E-A9FB-14A6C64C7D96}" sibTransId="{77010D1E-C373-4144-A20A-58395499877E}"/>
    <dgm:cxn modelId="{63CA8788-AD09-489E-857A-3033E00D4022}" srcId="{ED6D3C5E-CEC3-4EF0-9256-BA0581E07784}" destId="{76F814E7-E818-4F9E-B493-500D6FB601E6}" srcOrd="0" destOrd="0" parTransId="{58D16EC4-44B5-4CFA-A5DB-17BC9132B1FA}" sibTransId="{1F9CE9E1-8195-4E80-AE53-E4DC9F91411E}"/>
    <dgm:cxn modelId="{1F0DA4A2-744E-4BDB-BF5C-A3888EDDF8B2}" type="presOf" srcId="{6353DCF4-D5D3-4698-B894-4DE0F7647A72}" destId="{D240C0E1-EA19-4E3B-B9AC-A1F04C2CF81A}" srcOrd="0" destOrd="0" presId="urn:microsoft.com/office/officeart/2005/8/layout/default"/>
    <dgm:cxn modelId="{62CBE7AC-A864-462B-A6EA-C54BE47348D5}" type="presOf" srcId="{6F887790-87B5-4ADF-A0CC-1A0D47D3065D}" destId="{D240C0E1-EA19-4E3B-B9AC-A1F04C2CF81A}" srcOrd="0" destOrd="2" presId="urn:microsoft.com/office/officeart/2005/8/layout/default"/>
    <dgm:cxn modelId="{43AA58AE-CCEA-4539-A1C7-9F77C18B3D28}" srcId="{ED6D3C5E-CEC3-4EF0-9256-BA0581E07784}" destId="{32286A42-F234-4F63-A3F0-C785489420B6}" srcOrd="12" destOrd="0" parTransId="{9D9CEAD7-54FE-480C-8590-68863CA81BCF}" sibTransId="{145C698D-C071-496D-BAF8-0DBCB65025F6}"/>
    <dgm:cxn modelId="{677FF0B6-9130-4D66-BBDB-9C1B5572A04C}" srcId="{ED6D3C5E-CEC3-4EF0-9256-BA0581E07784}" destId="{5989BBA9-0EC1-4E1E-B928-0FE1597E63F2}" srcOrd="6" destOrd="0" parTransId="{459E942D-3E02-49C8-BB50-49045823F9D2}" sibTransId="{1678480D-EFEA-4658-9735-E8EBA7DD81D8}"/>
    <dgm:cxn modelId="{2DBF86BE-884A-47E9-A10E-14145528C70A}" type="presOf" srcId="{C26E9299-1AC8-4221-AC11-476A6FEA5B2E}" destId="{D240C0E1-EA19-4E3B-B9AC-A1F04C2CF81A}" srcOrd="0" destOrd="1" presId="urn:microsoft.com/office/officeart/2005/8/layout/default"/>
    <dgm:cxn modelId="{B27314C2-9716-438F-BD4A-B8F191988A26}" type="presOf" srcId="{0B6848F8-AE23-43DC-B899-B85E7CF2FE06}" destId="{B4604413-9FA6-492A-8314-6A3A06F3E0E7}" srcOrd="0" destOrd="0" presId="urn:microsoft.com/office/officeart/2005/8/layout/default"/>
    <dgm:cxn modelId="{513B91C8-9A28-4344-B75D-26D4FE0A7C18}" srcId="{ED6D3C5E-CEC3-4EF0-9256-BA0581E07784}" destId="{39502194-2E2A-457E-8729-69FFAFD57275}" srcOrd="4" destOrd="0" parTransId="{FA1F85C7-B1AC-4526-8F96-EE729A74BE47}" sibTransId="{890A20BA-2E46-484B-946C-B4C8D80625D9}"/>
    <dgm:cxn modelId="{460907C9-DB5A-4428-9084-80EF40B46001}" type="presOf" srcId="{32286A42-F234-4F63-A3F0-C785489420B6}" destId="{D19FC869-6A19-4E39-A095-9C5D25476490}" srcOrd="0" destOrd="0" presId="urn:microsoft.com/office/officeart/2005/8/layout/default"/>
    <dgm:cxn modelId="{20E1D9C9-D008-45F3-9FE6-68DD4F309299}" srcId="{ED6D3C5E-CEC3-4EF0-9256-BA0581E07784}" destId="{6380F1C6-1E74-47C5-897A-908A4BD27949}" srcOrd="8" destOrd="0" parTransId="{B18FDA6A-95BE-4FB7-BB5A-BE1DDF261386}" sibTransId="{7BE0BC5F-B1C2-4193-97FC-5E9E1DC10207}"/>
    <dgm:cxn modelId="{907E38D3-B34E-4916-8629-7DB3497E27C0}" type="presOf" srcId="{76F814E7-E818-4F9E-B493-500D6FB601E6}" destId="{F309B37F-E191-4C10-BCEA-19B2F00F7141}" srcOrd="0" destOrd="0" presId="urn:microsoft.com/office/officeart/2005/8/layout/default"/>
    <dgm:cxn modelId="{6A235ED5-61BC-407A-9C7A-704F7825702C}" srcId="{ED6D3C5E-CEC3-4EF0-9256-BA0581E07784}" destId="{0B6848F8-AE23-43DC-B899-B85E7CF2FE06}" srcOrd="9" destOrd="0" parTransId="{6FA8E8E3-3099-41D5-B6EF-B2D2DFB90A2C}" sibTransId="{FE5CBAE9-65C2-497D-B9E7-311387FDCB03}"/>
    <dgm:cxn modelId="{A4B795D5-EA08-4352-96BD-0E809BF44542}" type="presOf" srcId="{8CBA0189-0A88-467E-AC12-61728156CB9A}" destId="{243EBA8A-ADBE-4B25-BB98-41697013345D}" srcOrd="0" destOrd="0" presId="urn:microsoft.com/office/officeart/2005/8/layout/default"/>
    <dgm:cxn modelId="{212474D8-2665-4994-AC7B-B6161820A5D5}" srcId="{6353DCF4-D5D3-4698-B894-4DE0F7647A72}" destId="{C26E9299-1AC8-4221-AC11-476A6FEA5B2E}" srcOrd="0" destOrd="0" parTransId="{1E490155-86C3-4B42-BC7A-014E9218F2AA}" sibTransId="{7438ED50-6DC7-4ECA-BE7D-4B5AB016B6C2}"/>
    <dgm:cxn modelId="{17DBB0E2-9DC5-4B1D-8DD6-AE2A7DAC6CF8}" srcId="{ED6D3C5E-CEC3-4EF0-9256-BA0581E07784}" destId="{B92A6335-AF08-41DC-90C5-652EC4D876CA}" srcOrd="7" destOrd="0" parTransId="{AFF80ECA-CF9B-4368-ABED-8BCC25D193ED}" sibTransId="{3F3FB748-819A-4D25-BF4B-6C64F84EEE88}"/>
    <dgm:cxn modelId="{3B921A3E-5B06-47DF-83C5-407B9DCD7F18}" type="presParOf" srcId="{4B19D4F8-A630-4B83-8C6B-7B6A0954B734}" destId="{F309B37F-E191-4C10-BCEA-19B2F00F7141}" srcOrd="0" destOrd="0" presId="urn:microsoft.com/office/officeart/2005/8/layout/default"/>
    <dgm:cxn modelId="{7F56D624-9496-46A9-9A2C-0A97277C2342}" type="presParOf" srcId="{4B19D4F8-A630-4B83-8C6B-7B6A0954B734}" destId="{B7B96CAB-6A85-4444-B665-7BCC1FED9FD0}" srcOrd="1" destOrd="0" presId="urn:microsoft.com/office/officeart/2005/8/layout/default"/>
    <dgm:cxn modelId="{561677D9-2907-4292-B706-45123BB43C45}" type="presParOf" srcId="{4B19D4F8-A630-4B83-8C6B-7B6A0954B734}" destId="{45B7F6F9-E79E-4297-B9B6-0A2ABE076EE8}" srcOrd="2" destOrd="0" presId="urn:microsoft.com/office/officeart/2005/8/layout/default"/>
    <dgm:cxn modelId="{F5E8B438-B571-4B3E-9C9E-ACF785E239F2}" type="presParOf" srcId="{4B19D4F8-A630-4B83-8C6B-7B6A0954B734}" destId="{49C7CEC0-D3C8-4AFB-892C-05579F7E62F5}" srcOrd="3" destOrd="0" presId="urn:microsoft.com/office/officeart/2005/8/layout/default"/>
    <dgm:cxn modelId="{024A690F-8127-4821-9AB6-475BB0CF1B2F}" type="presParOf" srcId="{4B19D4F8-A630-4B83-8C6B-7B6A0954B734}" destId="{E9B8202A-CE82-49F5-A3AD-4A3B5CEFE639}" srcOrd="4" destOrd="0" presId="urn:microsoft.com/office/officeart/2005/8/layout/default"/>
    <dgm:cxn modelId="{6CB801E3-CC02-4A4B-B933-63ED474D7A2C}" type="presParOf" srcId="{4B19D4F8-A630-4B83-8C6B-7B6A0954B734}" destId="{F9DA2E8F-0C6E-42C7-8C43-EDA82B9CCACF}" srcOrd="5" destOrd="0" presId="urn:microsoft.com/office/officeart/2005/8/layout/default"/>
    <dgm:cxn modelId="{C938ECB5-F984-4787-A5E0-18EA95A44A0B}" type="presParOf" srcId="{4B19D4F8-A630-4B83-8C6B-7B6A0954B734}" destId="{243EBA8A-ADBE-4B25-BB98-41697013345D}" srcOrd="6" destOrd="0" presId="urn:microsoft.com/office/officeart/2005/8/layout/default"/>
    <dgm:cxn modelId="{09AB2FEB-7A8D-4E21-A21B-4C919DC6993C}" type="presParOf" srcId="{4B19D4F8-A630-4B83-8C6B-7B6A0954B734}" destId="{B752C332-B2BE-4DAB-99B8-E12E7464CD8E}" srcOrd="7" destOrd="0" presId="urn:microsoft.com/office/officeart/2005/8/layout/default"/>
    <dgm:cxn modelId="{7E04E83F-934E-4F80-810A-24EE437640BF}" type="presParOf" srcId="{4B19D4F8-A630-4B83-8C6B-7B6A0954B734}" destId="{0A6D7FE6-B777-4900-913E-EC4CC10C8030}" srcOrd="8" destOrd="0" presId="urn:microsoft.com/office/officeart/2005/8/layout/default"/>
    <dgm:cxn modelId="{0C7DB144-292B-427B-8434-9D5E6292A92E}" type="presParOf" srcId="{4B19D4F8-A630-4B83-8C6B-7B6A0954B734}" destId="{52A12EB6-E1D6-4EC4-969C-CAB5C6C3D28F}" srcOrd="9" destOrd="0" presId="urn:microsoft.com/office/officeart/2005/8/layout/default"/>
    <dgm:cxn modelId="{521AA753-763C-4853-9C54-CB8CF63D2577}" type="presParOf" srcId="{4B19D4F8-A630-4B83-8C6B-7B6A0954B734}" destId="{6F5809DF-9A74-42DC-904E-A46BF11DBE6D}" srcOrd="10" destOrd="0" presId="urn:microsoft.com/office/officeart/2005/8/layout/default"/>
    <dgm:cxn modelId="{56FFBC7A-A41F-4931-A2DC-13C962388D5F}" type="presParOf" srcId="{4B19D4F8-A630-4B83-8C6B-7B6A0954B734}" destId="{215253AB-1248-4609-A62A-DECDE285EDA6}" srcOrd="11" destOrd="0" presId="urn:microsoft.com/office/officeart/2005/8/layout/default"/>
    <dgm:cxn modelId="{A6EF79DF-19A3-48CE-B321-6C31FB468C94}" type="presParOf" srcId="{4B19D4F8-A630-4B83-8C6B-7B6A0954B734}" destId="{A89C3C9C-63BB-49CC-8A3C-99767BB4494F}" srcOrd="12" destOrd="0" presId="urn:microsoft.com/office/officeart/2005/8/layout/default"/>
    <dgm:cxn modelId="{9E43921B-980D-44F2-8BA3-4193F79EBF82}" type="presParOf" srcId="{4B19D4F8-A630-4B83-8C6B-7B6A0954B734}" destId="{D5CFF1C5-A828-47EC-94B4-6A71F82C28FA}" srcOrd="13" destOrd="0" presId="urn:microsoft.com/office/officeart/2005/8/layout/default"/>
    <dgm:cxn modelId="{177440D4-ED3B-4C22-B571-163A68E1F04B}" type="presParOf" srcId="{4B19D4F8-A630-4B83-8C6B-7B6A0954B734}" destId="{53F73007-9F85-4FFF-BC29-7FB9047F7F60}" srcOrd="14" destOrd="0" presId="urn:microsoft.com/office/officeart/2005/8/layout/default"/>
    <dgm:cxn modelId="{263377B9-4547-4B3B-9D9A-6D15FA012534}" type="presParOf" srcId="{4B19D4F8-A630-4B83-8C6B-7B6A0954B734}" destId="{85804844-8EDF-4931-80B3-39BA29AC01A6}" srcOrd="15" destOrd="0" presId="urn:microsoft.com/office/officeart/2005/8/layout/default"/>
    <dgm:cxn modelId="{7F060D8F-DDB6-46E4-91FD-E955E51DCCFA}" type="presParOf" srcId="{4B19D4F8-A630-4B83-8C6B-7B6A0954B734}" destId="{93F1019A-6FCE-4B86-A11C-840897A23C7C}" srcOrd="16" destOrd="0" presId="urn:microsoft.com/office/officeart/2005/8/layout/default"/>
    <dgm:cxn modelId="{6E7FACD9-9C46-4896-A648-789D69BBA681}" type="presParOf" srcId="{4B19D4F8-A630-4B83-8C6B-7B6A0954B734}" destId="{6E7DADB7-E2CC-4160-9BA1-5DF6E81308A1}" srcOrd="17" destOrd="0" presId="urn:microsoft.com/office/officeart/2005/8/layout/default"/>
    <dgm:cxn modelId="{08882BDB-2A0D-46B9-ABDF-4CBF116849C9}" type="presParOf" srcId="{4B19D4F8-A630-4B83-8C6B-7B6A0954B734}" destId="{B4604413-9FA6-492A-8314-6A3A06F3E0E7}" srcOrd="18" destOrd="0" presId="urn:microsoft.com/office/officeart/2005/8/layout/default"/>
    <dgm:cxn modelId="{F872882B-FB37-410A-BCE6-D1DD061E132D}" type="presParOf" srcId="{4B19D4F8-A630-4B83-8C6B-7B6A0954B734}" destId="{71D307EF-CAEC-44FE-9926-AB72E246035B}" srcOrd="19" destOrd="0" presId="urn:microsoft.com/office/officeart/2005/8/layout/default"/>
    <dgm:cxn modelId="{B8227EBB-B593-4325-BD1A-26EDE9E0A8E6}" type="presParOf" srcId="{4B19D4F8-A630-4B83-8C6B-7B6A0954B734}" destId="{D240C0E1-EA19-4E3B-B9AC-A1F04C2CF81A}" srcOrd="20" destOrd="0" presId="urn:microsoft.com/office/officeart/2005/8/layout/default"/>
    <dgm:cxn modelId="{26760A0D-1973-4E28-AA06-910B1F31A22E}" type="presParOf" srcId="{4B19D4F8-A630-4B83-8C6B-7B6A0954B734}" destId="{D4E8A24E-F16D-4A77-89F5-324B48C5B8D5}" srcOrd="21" destOrd="0" presId="urn:microsoft.com/office/officeart/2005/8/layout/default"/>
    <dgm:cxn modelId="{9AC3AFDF-56B1-43BE-A1AF-6063293F5924}" type="presParOf" srcId="{4B19D4F8-A630-4B83-8C6B-7B6A0954B734}" destId="{A3381C2D-2D3E-4AA7-AFCE-6AA82C1A7CEF}" srcOrd="22" destOrd="0" presId="urn:microsoft.com/office/officeart/2005/8/layout/default"/>
    <dgm:cxn modelId="{6BDB7241-F16B-47B1-9E1E-208906080324}" type="presParOf" srcId="{4B19D4F8-A630-4B83-8C6B-7B6A0954B734}" destId="{71BC9365-EA9C-42AA-90F8-DFD7D3CB5FB1}" srcOrd="23" destOrd="0" presId="urn:microsoft.com/office/officeart/2005/8/layout/default"/>
    <dgm:cxn modelId="{CD9589FD-696C-4138-8611-92C4E70DB7AD}" type="presParOf" srcId="{4B19D4F8-A630-4B83-8C6B-7B6A0954B734}" destId="{D19FC869-6A19-4E39-A095-9C5D25476490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F5C028-8F32-4A25-813F-CE37E9269863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BB5589-BFF9-493D-BE8C-21D7C1DBBBBC}">
      <dgm:prSet/>
      <dgm:spPr/>
      <dgm:t>
        <a:bodyPr/>
        <a:lstStyle/>
        <a:p>
          <a:r>
            <a:rPr lang="en-US" b="1"/>
            <a:t>mplemented Security Measures</a:t>
          </a:r>
          <a:endParaRPr lang="en-US"/>
        </a:p>
      </dgm:t>
    </dgm:pt>
    <dgm:pt modelId="{F7DB66BC-EDDF-450D-90F1-CB3592296762}" type="parTrans" cxnId="{59B7F8A9-9B5D-47D1-BBCB-66CEC8FAB21E}">
      <dgm:prSet/>
      <dgm:spPr/>
      <dgm:t>
        <a:bodyPr/>
        <a:lstStyle/>
        <a:p>
          <a:endParaRPr lang="en-US"/>
        </a:p>
      </dgm:t>
    </dgm:pt>
    <dgm:pt modelId="{A7EEF0D8-7182-450C-9A97-55A31DABEBC2}" type="sibTrans" cxnId="{59B7F8A9-9B5D-47D1-BBCB-66CEC8FAB21E}">
      <dgm:prSet/>
      <dgm:spPr/>
      <dgm:t>
        <a:bodyPr/>
        <a:lstStyle/>
        <a:p>
          <a:endParaRPr lang="en-US"/>
        </a:p>
      </dgm:t>
    </dgm:pt>
    <dgm:pt modelId="{54D0706F-1065-45B3-B4FD-D044140DA7BE}">
      <dgm:prSet/>
      <dgm:spPr/>
      <dgm:t>
        <a:bodyPr/>
        <a:lstStyle/>
        <a:p>
          <a:r>
            <a:rPr lang="en-US" b="1"/>
            <a:t>Password Protection</a:t>
          </a:r>
          <a:r>
            <a:rPr lang="en-US"/>
            <a:t> - Hashed/stored credentials</a:t>
          </a:r>
        </a:p>
      </dgm:t>
    </dgm:pt>
    <dgm:pt modelId="{0A6938F7-F94C-4A53-A83F-A506796A6F59}" type="parTrans" cxnId="{0538CD05-B127-4E4A-B5DD-68FFFEED4D88}">
      <dgm:prSet/>
      <dgm:spPr/>
      <dgm:t>
        <a:bodyPr/>
        <a:lstStyle/>
        <a:p>
          <a:endParaRPr lang="en-US"/>
        </a:p>
      </dgm:t>
    </dgm:pt>
    <dgm:pt modelId="{9A01D125-000F-409B-B2D6-98EA38C33107}" type="sibTrans" cxnId="{0538CD05-B127-4E4A-B5DD-68FFFEED4D88}">
      <dgm:prSet/>
      <dgm:spPr/>
      <dgm:t>
        <a:bodyPr/>
        <a:lstStyle/>
        <a:p>
          <a:endParaRPr lang="en-US"/>
        </a:p>
      </dgm:t>
    </dgm:pt>
    <dgm:pt modelId="{B36209F4-9D8A-4A15-B1C8-CD17A6940891}">
      <dgm:prSet/>
      <dgm:spPr/>
      <dgm:t>
        <a:bodyPr/>
        <a:lstStyle/>
        <a:p>
          <a:r>
            <a:rPr lang="en-US" b="1"/>
            <a:t>Session Management</a:t>
          </a:r>
          <a:r>
            <a:rPr lang="en-US"/>
            <a:t> - User session tracking</a:t>
          </a:r>
        </a:p>
      </dgm:t>
    </dgm:pt>
    <dgm:pt modelId="{ACEF9CF4-3048-4ABD-9B03-5683592C0F33}" type="parTrans" cxnId="{63C5BC06-8754-4C40-83A2-706A595F1F7B}">
      <dgm:prSet/>
      <dgm:spPr/>
      <dgm:t>
        <a:bodyPr/>
        <a:lstStyle/>
        <a:p>
          <a:endParaRPr lang="en-US"/>
        </a:p>
      </dgm:t>
    </dgm:pt>
    <dgm:pt modelId="{147B5841-6CE7-4706-88FB-60942F7F4FA1}" type="sibTrans" cxnId="{63C5BC06-8754-4C40-83A2-706A595F1F7B}">
      <dgm:prSet/>
      <dgm:spPr/>
      <dgm:t>
        <a:bodyPr/>
        <a:lstStyle/>
        <a:p>
          <a:endParaRPr lang="en-US"/>
        </a:p>
      </dgm:t>
    </dgm:pt>
    <dgm:pt modelId="{8A85315A-B8BD-41A4-8E59-A753224EA6EC}">
      <dgm:prSet/>
      <dgm:spPr/>
      <dgm:t>
        <a:bodyPr/>
        <a:lstStyle/>
        <a:p>
          <a:r>
            <a:rPr lang="en-US" b="1"/>
            <a:t>Input Validation</a:t>
          </a:r>
          <a:r>
            <a:rPr lang="en-US"/>
            <a:t> - Form data sanitization</a:t>
          </a:r>
        </a:p>
      </dgm:t>
    </dgm:pt>
    <dgm:pt modelId="{DD6D5950-47F5-45F5-B588-FA91554B38E9}" type="parTrans" cxnId="{0AE9432F-1BBB-4F03-B4E4-40D8D869309B}">
      <dgm:prSet/>
      <dgm:spPr/>
      <dgm:t>
        <a:bodyPr/>
        <a:lstStyle/>
        <a:p>
          <a:endParaRPr lang="en-US"/>
        </a:p>
      </dgm:t>
    </dgm:pt>
    <dgm:pt modelId="{5595506A-C12F-42F3-B913-43BE13F34A26}" type="sibTrans" cxnId="{0AE9432F-1BBB-4F03-B4E4-40D8D869309B}">
      <dgm:prSet/>
      <dgm:spPr/>
      <dgm:t>
        <a:bodyPr/>
        <a:lstStyle/>
        <a:p>
          <a:endParaRPr lang="en-US"/>
        </a:p>
      </dgm:t>
    </dgm:pt>
    <dgm:pt modelId="{4DBEBE54-E4B1-4110-8690-0A4DBE7FD7EC}">
      <dgm:prSet/>
      <dgm:spPr/>
      <dgm:t>
        <a:bodyPr/>
        <a:lstStyle/>
        <a:p>
          <a:r>
            <a:rPr lang="en-US" b="1"/>
            <a:t>Access Control</a:t>
          </a:r>
          <a:r>
            <a:rPr lang="en-US"/>
            <a:t> - Separate user/admin areas</a:t>
          </a:r>
        </a:p>
      </dgm:t>
    </dgm:pt>
    <dgm:pt modelId="{A9091481-ED7C-43E9-B09F-2897EA6793E8}" type="parTrans" cxnId="{CB558C17-6B96-40CF-9B3B-DAECE1DF4E33}">
      <dgm:prSet/>
      <dgm:spPr/>
      <dgm:t>
        <a:bodyPr/>
        <a:lstStyle/>
        <a:p>
          <a:endParaRPr lang="en-US"/>
        </a:p>
      </dgm:t>
    </dgm:pt>
    <dgm:pt modelId="{AE8112A5-6A1A-47AE-B618-F9D95E3A2E1E}" type="sibTrans" cxnId="{CB558C17-6B96-40CF-9B3B-DAECE1DF4E33}">
      <dgm:prSet/>
      <dgm:spPr/>
      <dgm:t>
        <a:bodyPr/>
        <a:lstStyle/>
        <a:p>
          <a:endParaRPr lang="en-US"/>
        </a:p>
      </dgm:t>
    </dgm:pt>
    <dgm:pt modelId="{4A4BA6FF-3FEB-4966-8332-709C7CFD0255}">
      <dgm:prSet/>
      <dgm:spPr/>
      <dgm:t>
        <a:bodyPr/>
        <a:lstStyle/>
        <a:p>
          <a:r>
            <a:rPr lang="en-US" b="1"/>
            <a:t>Security Notes (from README):</a:t>
          </a:r>
          <a:endParaRPr lang="en-US"/>
        </a:p>
      </dgm:t>
    </dgm:pt>
    <dgm:pt modelId="{69327EA6-C1D0-4027-BFFF-594FC60353C4}" type="parTrans" cxnId="{2F126F72-3DEC-4D9E-8C5B-C524B32A61FD}">
      <dgm:prSet/>
      <dgm:spPr/>
      <dgm:t>
        <a:bodyPr/>
        <a:lstStyle/>
        <a:p>
          <a:endParaRPr lang="en-US"/>
        </a:p>
      </dgm:t>
    </dgm:pt>
    <dgm:pt modelId="{10296C79-C56B-4B0F-B0C7-2D28668E1D63}" type="sibTrans" cxnId="{2F126F72-3DEC-4D9E-8C5B-C524B32A61FD}">
      <dgm:prSet/>
      <dgm:spPr/>
      <dgm:t>
        <a:bodyPr/>
        <a:lstStyle/>
        <a:p>
          <a:endParaRPr lang="en-US"/>
        </a:p>
      </dgm:t>
    </dgm:pt>
    <dgm:pt modelId="{D9BA26D1-97E2-4CBE-8C2B-240B5337A4EF}">
      <dgm:prSet/>
      <dgm:spPr/>
      <dgm:t>
        <a:bodyPr/>
        <a:lstStyle/>
        <a:p>
          <a:r>
            <a:rPr lang="en-US"/>
            <a:t>"This is a Sample Project for learning purpose, we have not much considered of web security."</a:t>
          </a:r>
        </a:p>
      </dgm:t>
    </dgm:pt>
    <dgm:pt modelId="{816665FA-A059-4349-A5A6-B3C55B224163}" type="parTrans" cxnId="{E9B12E73-B958-40AD-A371-99A416E3E2B3}">
      <dgm:prSet/>
      <dgm:spPr/>
      <dgm:t>
        <a:bodyPr/>
        <a:lstStyle/>
        <a:p>
          <a:endParaRPr lang="en-US"/>
        </a:p>
      </dgm:t>
    </dgm:pt>
    <dgm:pt modelId="{787854DA-5D20-46AE-A0B9-07AE3813B44C}" type="sibTrans" cxnId="{E9B12E73-B958-40AD-A371-99A416E3E2B3}">
      <dgm:prSet/>
      <dgm:spPr/>
      <dgm:t>
        <a:bodyPr/>
        <a:lstStyle/>
        <a:p>
          <a:endParaRPr lang="en-US"/>
        </a:p>
      </dgm:t>
    </dgm:pt>
    <dgm:pt modelId="{0585FA7B-5F6E-46A2-903F-D424CB9BAB1C}">
      <dgm:prSet/>
      <dgm:spPr/>
      <dgm:t>
        <a:bodyPr/>
        <a:lstStyle/>
        <a:p>
          <a:r>
            <a:rPr lang="en-US" b="1"/>
            <a:t>Areas for Improvement</a:t>
          </a:r>
          <a:r>
            <a:rPr lang="en-US"/>
            <a:t>:</a:t>
          </a:r>
        </a:p>
      </dgm:t>
    </dgm:pt>
    <dgm:pt modelId="{957D13A8-4FAE-4166-B0BE-80F97C7EE399}" type="parTrans" cxnId="{BFE710C8-17DB-4D53-AE58-2912312D6295}">
      <dgm:prSet/>
      <dgm:spPr/>
      <dgm:t>
        <a:bodyPr/>
        <a:lstStyle/>
        <a:p>
          <a:endParaRPr lang="en-US"/>
        </a:p>
      </dgm:t>
    </dgm:pt>
    <dgm:pt modelId="{CC58012C-A791-46C2-AF30-044816C289FE}" type="sibTrans" cxnId="{BFE710C8-17DB-4D53-AE58-2912312D6295}">
      <dgm:prSet/>
      <dgm:spPr/>
      <dgm:t>
        <a:bodyPr/>
        <a:lstStyle/>
        <a:p>
          <a:endParaRPr lang="en-US"/>
        </a:p>
      </dgm:t>
    </dgm:pt>
    <dgm:pt modelId="{A4A6ECCF-1058-4FF4-A412-6716AFAEBA87}">
      <dgm:prSet/>
      <dgm:spPr/>
      <dgm:t>
        <a:bodyPr/>
        <a:lstStyle/>
        <a:p>
          <a:r>
            <a:rPr lang="en-US"/>
            <a:t>Implement password encryption</a:t>
          </a:r>
        </a:p>
      </dgm:t>
    </dgm:pt>
    <dgm:pt modelId="{563439C8-2AD8-41FA-8EAA-7F1191666036}" type="parTrans" cxnId="{03C9BB41-6405-4D23-A16C-B007A31F8BCF}">
      <dgm:prSet/>
      <dgm:spPr/>
      <dgm:t>
        <a:bodyPr/>
        <a:lstStyle/>
        <a:p>
          <a:endParaRPr lang="en-US"/>
        </a:p>
      </dgm:t>
    </dgm:pt>
    <dgm:pt modelId="{892E2F00-5D2E-4649-AF6F-C7A8084D1C4D}" type="sibTrans" cxnId="{03C9BB41-6405-4D23-A16C-B007A31F8BCF}">
      <dgm:prSet/>
      <dgm:spPr/>
      <dgm:t>
        <a:bodyPr/>
        <a:lstStyle/>
        <a:p>
          <a:endParaRPr lang="en-US"/>
        </a:p>
      </dgm:t>
    </dgm:pt>
    <dgm:pt modelId="{194127C0-9045-400D-BA01-E9081CA3A20E}">
      <dgm:prSet/>
      <dgm:spPr/>
      <dgm:t>
        <a:bodyPr/>
        <a:lstStyle/>
        <a:p>
          <a:r>
            <a:rPr lang="en-US"/>
            <a:t>Add CSRF protection</a:t>
          </a:r>
        </a:p>
      </dgm:t>
    </dgm:pt>
    <dgm:pt modelId="{D8474617-6F4A-43B6-BF80-FAE1A42AE270}" type="parTrans" cxnId="{E5BB5312-F373-44C3-8401-EF54A56745A6}">
      <dgm:prSet/>
      <dgm:spPr/>
      <dgm:t>
        <a:bodyPr/>
        <a:lstStyle/>
        <a:p>
          <a:endParaRPr lang="en-US"/>
        </a:p>
      </dgm:t>
    </dgm:pt>
    <dgm:pt modelId="{CC852805-DFA9-4FCE-BD33-F772EFB79AA9}" type="sibTrans" cxnId="{E5BB5312-F373-44C3-8401-EF54A56745A6}">
      <dgm:prSet/>
      <dgm:spPr/>
      <dgm:t>
        <a:bodyPr/>
        <a:lstStyle/>
        <a:p>
          <a:endParaRPr lang="en-US"/>
        </a:p>
      </dgm:t>
    </dgm:pt>
    <dgm:pt modelId="{608F6B9C-7409-426E-9840-A2FEFA131AB0}">
      <dgm:prSet/>
      <dgm:spPr/>
      <dgm:t>
        <a:bodyPr/>
        <a:lstStyle/>
        <a:p>
          <a:r>
            <a:rPr lang="en-US"/>
            <a:t>Enhance SQL injection prevention</a:t>
          </a:r>
        </a:p>
      </dgm:t>
    </dgm:pt>
    <dgm:pt modelId="{3BBF4858-E673-444F-951A-376CAD3813D6}" type="parTrans" cxnId="{DED94175-D76D-4301-BD3E-A2BF77B29333}">
      <dgm:prSet/>
      <dgm:spPr/>
      <dgm:t>
        <a:bodyPr/>
        <a:lstStyle/>
        <a:p>
          <a:endParaRPr lang="en-US"/>
        </a:p>
      </dgm:t>
    </dgm:pt>
    <dgm:pt modelId="{EB71D109-4E66-4AC8-8529-5356A894FF07}" type="sibTrans" cxnId="{DED94175-D76D-4301-BD3E-A2BF77B29333}">
      <dgm:prSet/>
      <dgm:spPr/>
      <dgm:t>
        <a:bodyPr/>
        <a:lstStyle/>
        <a:p>
          <a:endParaRPr lang="en-US"/>
        </a:p>
      </dgm:t>
    </dgm:pt>
    <dgm:pt modelId="{274ECEE3-F5A0-495B-94A7-2529D7839CA8}">
      <dgm:prSet/>
      <dgm:spPr/>
      <dgm:t>
        <a:bodyPr/>
        <a:lstStyle/>
        <a:p>
          <a:r>
            <a:rPr lang="en-US"/>
            <a:t>Implement HTTPS</a:t>
          </a:r>
        </a:p>
      </dgm:t>
    </dgm:pt>
    <dgm:pt modelId="{41BEF812-4E68-49B9-A6AF-A68F368C0163}" type="parTrans" cxnId="{29F65DF4-D64B-42E1-BD7C-CFF78919F600}">
      <dgm:prSet/>
      <dgm:spPr/>
      <dgm:t>
        <a:bodyPr/>
        <a:lstStyle/>
        <a:p>
          <a:endParaRPr lang="en-US"/>
        </a:p>
      </dgm:t>
    </dgm:pt>
    <dgm:pt modelId="{696BA408-DDC9-45DE-9F93-DD55747EA6B5}" type="sibTrans" cxnId="{29F65DF4-D64B-42E1-BD7C-CFF78919F600}">
      <dgm:prSet/>
      <dgm:spPr/>
      <dgm:t>
        <a:bodyPr/>
        <a:lstStyle/>
        <a:p>
          <a:endParaRPr lang="en-US"/>
        </a:p>
      </dgm:t>
    </dgm:pt>
    <dgm:pt modelId="{A9392A25-DC71-4B34-89CC-074A5ED05DAC}" type="pres">
      <dgm:prSet presAssocID="{7EF5C028-8F32-4A25-813F-CE37E9269863}" presName="diagram" presStyleCnt="0">
        <dgm:presLayoutVars>
          <dgm:dir/>
          <dgm:resizeHandles val="exact"/>
        </dgm:presLayoutVars>
      </dgm:prSet>
      <dgm:spPr/>
    </dgm:pt>
    <dgm:pt modelId="{B6A38753-9C60-42E6-9CB1-CDFAA43E7C2B}" type="pres">
      <dgm:prSet presAssocID="{79BB5589-BFF9-493D-BE8C-21D7C1DBBBBC}" presName="node" presStyleLbl="node1" presStyleIdx="0" presStyleCnt="12">
        <dgm:presLayoutVars>
          <dgm:bulletEnabled val="1"/>
        </dgm:presLayoutVars>
      </dgm:prSet>
      <dgm:spPr/>
    </dgm:pt>
    <dgm:pt modelId="{86BCD3D4-0729-4561-A95E-FECC0C318F7C}" type="pres">
      <dgm:prSet presAssocID="{A7EEF0D8-7182-450C-9A97-55A31DABEBC2}" presName="sibTrans" presStyleCnt="0"/>
      <dgm:spPr/>
    </dgm:pt>
    <dgm:pt modelId="{1BB91BA2-47B6-49A5-B29E-203E48FED045}" type="pres">
      <dgm:prSet presAssocID="{54D0706F-1065-45B3-B4FD-D044140DA7BE}" presName="node" presStyleLbl="node1" presStyleIdx="1" presStyleCnt="12">
        <dgm:presLayoutVars>
          <dgm:bulletEnabled val="1"/>
        </dgm:presLayoutVars>
      </dgm:prSet>
      <dgm:spPr/>
    </dgm:pt>
    <dgm:pt modelId="{36CA0C9F-690F-4A52-A0DC-E4089455B61B}" type="pres">
      <dgm:prSet presAssocID="{9A01D125-000F-409B-B2D6-98EA38C33107}" presName="sibTrans" presStyleCnt="0"/>
      <dgm:spPr/>
    </dgm:pt>
    <dgm:pt modelId="{D448E057-90AE-484D-A562-C6ADD41CD415}" type="pres">
      <dgm:prSet presAssocID="{B36209F4-9D8A-4A15-B1C8-CD17A6940891}" presName="node" presStyleLbl="node1" presStyleIdx="2" presStyleCnt="12">
        <dgm:presLayoutVars>
          <dgm:bulletEnabled val="1"/>
        </dgm:presLayoutVars>
      </dgm:prSet>
      <dgm:spPr/>
    </dgm:pt>
    <dgm:pt modelId="{96508445-BF9B-4C73-A86E-B21D00889F16}" type="pres">
      <dgm:prSet presAssocID="{147B5841-6CE7-4706-88FB-60942F7F4FA1}" presName="sibTrans" presStyleCnt="0"/>
      <dgm:spPr/>
    </dgm:pt>
    <dgm:pt modelId="{A0351254-A682-4A9D-A353-6776F3960155}" type="pres">
      <dgm:prSet presAssocID="{8A85315A-B8BD-41A4-8E59-A753224EA6EC}" presName="node" presStyleLbl="node1" presStyleIdx="3" presStyleCnt="12">
        <dgm:presLayoutVars>
          <dgm:bulletEnabled val="1"/>
        </dgm:presLayoutVars>
      </dgm:prSet>
      <dgm:spPr/>
    </dgm:pt>
    <dgm:pt modelId="{C2DFDF70-7B13-4C29-8083-9D0508DFA0C1}" type="pres">
      <dgm:prSet presAssocID="{5595506A-C12F-42F3-B913-43BE13F34A26}" presName="sibTrans" presStyleCnt="0"/>
      <dgm:spPr/>
    </dgm:pt>
    <dgm:pt modelId="{9607C055-8A9A-4073-A174-504F6A7B91A8}" type="pres">
      <dgm:prSet presAssocID="{4DBEBE54-E4B1-4110-8690-0A4DBE7FD7EC}" presName="node" presStyleLbl="node1" presStyleIdx="4" presStyleCnt="12">
        <dgm:presLayoutVars>
          <dgm:bulletEnabled val="1"/>
        </dgm:presLayoutVars>
      </dgm:prSet>
      <dgm:spPr/>
    </dgm:pt>
    <dgm:pt modelId="{B1C48B7E-C996-42B6-B7AB-F3250C37AF5D}" type="pres">
      <dgm:prSet presAssocID="{AE8112A5-6A1A-47AE-B618-F9D95E3A2E1E}" presName="sibTrans" presStyleCnt="0"/>
      <dgm:spPr/>
    </dgm:pt>
    <dgm:pt modelId="{987B5CC6-F84E-4829-B79E-7F6DFABFF177}" type="pres">
      <dgm:prSet presAssocID="{4A4BA6FF-3FEB-4966-8332-709C7CFD0255}" presName="node" presStyleLbl="node1" presStyleIdx="5" presStyleCnt="12">
        <dgm:presLayoutVars>
          <dgm:bulletEnabled val="1"/>
        </dgm:presLayoutVars>
      </dgm:prSet>
      <dgm:spPr/>
    </dgm:pt>
    <dgm:pt modelId="{D3CC4231-8904-4795-BC65-61A8967B7330}" type="pres">
      <dgm:prSet presAssocID="{10296C79-C56B-4B0F-B0C7-2D28668E1D63}" presName="sibTrans" presStyleCnt="0"/>
      <dgm:spPr/>
    </dgm:pt>
    <dgm:pt modelId="{246A25B7-226D-4566-BFB7-84273B166126}" type="pres">
      <dgm:prSet presAssocID="{D9BA26D1-97E2-4CBE-8C2B-240B5337A4EF}" presName="node" presStyleLbl="node1" presStyleIdx="6" presStyleCnt="12">
        <dgm:presLayoutVars>
          <dgm:bulletEnabled val="1"/>
        </dgm:presLayoutVars>
      </dgm:prSet>
      <dgm:spPr/>
    </dgm:pt>
    <dgm:pt modelId="{0061C0AE-34DB-4F74-9A9B-5DB5AB3A35F6}" type="pres">
      <dgm:prSet presAssocID="{787854DA-5D20-46AE-A0B9-07AE3813B44C}" presName="sibTrans" presStyleCnt="0"/>
      <dgm:spPr/>
    </dgm:pt>
    <dgm:pt modelId="{828148FC-9590-4EE6-B420-17225250D2E6}" type="pres">
      <dgm:prSet presAssocID="{0585FA7B-5F6E-46A2-903F-D424CB9BAB1C}" presName="node" presStyleLbl="node1" presStyleIdx="7" presStyleCnt="12">
        <dgm:presLayoutVars>
          <dgm:bulletEnabled val="1"/>
        </dgm:presLayoutVars>
      </dgm:prSet>
      <dgm:spPr/>
    </dgm:pt>
    <dgm:pt modelId="{32A7D915-D55F-4724-9608-12A3A426A310}" type="pres">
      <dgm:prSet presAssocID="{CC58012C-A791-46C2-AF30-044816C289FE}" presName="sibTrans" presStyleCnt="0"/>
      <dgm:spPr/>
    </dgm:pt>
    <dgm:pt modelId="{2D36FD64-F546-4B51-BEAC-AE19341199E8}" type="pres">
      <dgm:prSet presAssocID="{A4A6ECCF-1058-4FF4-A412-6716AFAEBA87}" presName="node" presStyleLbl="node1" presStyleIdx="8" presStyleCnt="12">
        <dgm:presLayoutVars>
          <dgm:bulletEnabled val="1"/>
        </dgm:presLayoutVars>
      </dgm:prSet>
      <dgm:spPr/>
    </dgm:pt>
    <dgm:pt modelId="{ADB6D361-A0A4-44F9-9FE3-50A916C3FAFD}" type="pres">
      <dgm:prSet presAssocID="{892E2F00-5D2E-4649-AF6F-C7A8084D1C4D}" presName="sibTrans" presStyleCnt="0"/>
      <dgm:spPr/>
    </dgm:pt>
    <dgm:pt modelId="{1BB7D97D-7FBD-4A0B-A766-EC74F34086FD}" type="pres">
      <dgm:prSet presAssocID="{194127C0-9045-400D-BA01-E9081CA3A20E}" presName="node" presStyleLbl="node1" presStyleIdx="9" presStyleCnt="12">
        <dgm:presLayoutVars>
          <dgm:bulletEnabled val="1"/>
        </dgm:presLayoutVars>
      </dgm:prSet>
      <dgm:spPr/>
    </dgm:pt>
    <dgm:pt modelId="{BF79380C-A2D8-4467-AB58-990547EE4A80}" type="pres">
      <dgm:prSet presAssocID="{CC852805-DFA9-4FCE-BD33-F772EFB79AA9}" presName="sibTrans" presStyleCnt="0"/>
      <dgm:spPr/>
    </dgm:pt>
    <dgm:pt modelId="{CE883C0D-26F3-498C-B839-4DFC01D9EA2D}" type="pres">
      <dgm:prSet presAssocID="{608F6B9C-7409-426E-9840-A2FEFA131AB0}" presName="node" presStyleLbl="node1" presStyleIdx="10" presStyleCnt="12">
        <dgm:presLayoutVars>
          <dgm:bulletEnabled val="1"/>
        </dgm:presLayoutVars>
      </dgm:prSet>
      <dgm:spPr/>
    </dgm:pt>
    <dgm:pt modelId="{5CF12AC9-586A-49ED-B457-8D296C7B719F}" type="pres">
      <dgm:prSet presAssocID="{EB71D109-4E66-4AC8-8529-5356A894FF07}" presName="sibTrans" presStyleCnt="0"/>
      <dgm:spPr/>
    </dgm:pt>
    <dgm:pt modelId="{0085D9F5-6136-4CBE-834C-A966B85DBB82}" type="pres">
      <dgm:prSet presAssocID="{274ECEE3-F5A0-495B-94A7-2529D7839CA8}" presName="node" presStyleLbl="node1" presStyleIdx="11" presStyleCnt="12">
        <dgm:presLayoutVars>
          <dgm:bulletEnabled val="1"/>
        </dgm:presLayoutVars>
      </dgm:prSet>
      <dgm:spPr/>
    </dgm:pt>
  </dgm:ptLst>
  <dgm:cxnLst>
    <dgm:cxn modelId="{0538CD05-B127-4E4A-B5DD-68FFFEED4D88}" srcId="{7EF5C028-8F32-4A25-813F-CE37E9269863}" destId="{54D0706F-1065-45B3-B4FD-D044140DA7BE}" srcOrd="1" destOrd="0" parTransId="{0A6938F7-F94C-4A53-A83F-A506796A6F59}" sibTransId="{9A01D125-000F-409B-B2D6-98EA38C33107}"/>
    <dgm:cxn modelId="{63C5BC06-8754-4C40-83A2-706A595F1F7B}" srcId="{7EF5C028-8F32-4A25-813F-CE37E9269863}" destId="{B36209F4-9D8A-4A15-B1C8-CD17A6940891}" srcOrd="2" destOrd="0" parTransId="{ACEF9CF4-3048-4ABD-9B03-5683592C0F33}" sibTransId="{147B5841-6CE7-4706-88FB-60942F7F4FA1}"/>
    <dgm:cxn modelId="{E5BB5312-F373-44C3-8401-EF54A56745A6}" srcId="{7EF5C028-8F32-4A25-813F-CE37E9269863}" destId="{194127C0-9045-400D-BA01-E9081CA3A20E}" srcOrd="9" destOrd="0" parTransId="{D8474617-6F4A-43B6-BF80-FAE1A42AE270}" sibTransId="{CC852805-DFA9-4FCE-BD33-F772EFB79AA9}"/>
    <dgm:cxn modelId="{CB558C17-6B96-40CF-9B3B-DAECE1DF4E33}" srcId="{7EF5C028-8F32-4A25-813F-CE37E9269863}" destId="{4DBEBE54-E4B1-4110-8690-0A4DBE7FD7EC}" srcOrd="4" destOrd="0" parTransId="{A9091481-ED7C-43E9-B09F-2897EA6793E8}" sibTransId="{AE8112A5-6A1A-47AE-B618-F9D95E3A2E1E}"/>
    <dgm:cxn modelId="{6A006D2C-B3C3-4AAC-B5AD-AB610F44DA28}" type="presOf" srcId="{608F6B9C-7409-426E-9840-A2FEFA131AB0}" destId="{CE883C0D-26F3-498C-B839-4DFC01D9EA2D}" srcOrd="0" destOrd="0" presId="urn:microsoft.com/office/officeart/2005/8/layout/default"/>
    <dgm:cxn modelId="{0AE9432F-1BBB-4F03-B4E4-40D8D869309B}" srcId="{7EF5C028-8F32-4A25-813F-CE37E9269863}" destId="{8A85315A-B8BD-41A4-8E59-A753224EA6EC}" srcOrd="3" destOrd="0" parTransId="{DD6D5950-47F5-45F5-B588-FA91554B38E9}" sibTransId="{5595506A-C12F-42F3-B913-43BE13F34A26}"/>
    <dgm:cxn modelId="{03C9BB41-6405-4D23-A16C-B007A31F8BCF}" srcId="{7EF5C028-8F32-4A25-813F-CE37E9269863}" destId="{A4A6ECCF-1058-4FF4-A412-6716AFAEBA87}" srcOrd="8" destOrd="0" parTransId="{563439C8-2AD8-41FA-8EAA-7F1191666036}" sibTransId="{892E2F00-5D2E-4649-AF6F-C7A8084D1C4D}"/>
    <dgm:cxn modelId="{53A53263-06DF-4DCE-86DD-4830C859F2DE}" type="presOf" srcId="{79BB5589-BFF9-493D-BE8C-21D7C1DBBBBC}" destId="{B6A38753-9C60-42E6-9CB1-CDFAA43E7C2B}" srcOrd="0" destOrd="0" presId="urn:microsoft.com/office/officeart/2005/8/layout/default"/>
    <dgm:cxn modelId="{9F718247-E202-466C-9491-47A8CC7DBD02}" type="presOf" srcId="{8A85315A-B8BD-41A4-8E59-A753224EA6EC}" destId="{A0351254-A682-4A9D-A353-6776F3960155}" srcOrd="0" destOrd="0" presId="urn:microsoft.com/office/officeart/2005/8/layout/default"/>
    <dgm:cxn modelId="{B5643D68-0F27-4010-A3E6-89A071E8FDC5}" type="presOf" srcId="{B36209F4-9D8A-4A15-B1C8-CD17A6940891}" destId="{D448E057-90AE-484D-A562-C6ADD41CD415}" srcOrd="0" destOrd="0" presId="urn:microsoft.com/office/officeart/2005/8/layout/default"/>
    <dgm:cxn modelId="{2F126F72-3DEC-4D9E-8C5B-C524B32A61FD}" srcId="{7EF5C028-8F32-4A25-813F-CE37E9269863}" destId="{4A4BA6FF-3FEB-4966-8332-709C7CFD0255}" srcOrd="5" destOrd="0" parTransId="{69327EA6-C1D0-4027-BFFF-594FC60353C4}" sibTransId="{10296C79-C56B-4B0F-B0C7-2D28668E1D63}"/>
    <dgm:cxn modelId="{E9B12E73-B958-40AD-A371-99A416E3E2B3}" srcId="{7EF5C028-8F32-4A25-813F-CE37E9269863}" destId="{D9BA26D1-97E2-4CBE-8C2B-240B5337A4EF}" srcOrd="6" destOrd="0" parTransId="{816665FA-A059-4349-A5A6-B3C55B224163}" sibTransId="{787854DA-5D20-46AE-A0B9-07AE3813B44C}"/>
    <dgm:cxn modelId="{137C9074-2E0F-415D-BEC3-FB8FB377116A}" type="presOf" srcId="{A4A6ECCF-1058-4FF4-A412-6716AFAEBA87}" destId="{2D36FD64-F546-4B51-BEAC-AE19341199E8}" srcOrd="0" destOrd="0" presId="urn:microsoft.com/office/officeart/2005/8/layout/default"/>
    <dgm:cxn modelId="{DED94175-D76D-4301-BD3E-A2BF77B29333}" srcId="{7EF5C028-8F32-4A25-813F-CE37E9269863}" destId="{608F6B9C-7409-426E-9840-A2FEFA131AB0}" srcOrd="10" destOrd="0" parTransId="{3BBF4858-E673-444F-951A-376CAD3813D6}" sibTransId="{EB71D109-4E66-4AC8-8529-5356A894FF07}"/>
    <dgm:cxn modelId="{9121C28A-3B2D-4E0B-A125-A6CE3CE8D564}" type="presOf" srcId="{7EF5C028-8F32-4A25-813F-CE37E9269863}" destId="{A9392A25-DC71-4B34-89CC-074A5ED05DAC}" srcOrd="0" destOrd="0" presId="urn:microsoft.com/office/officeart/2005/8/layout/default"/>
    <dgm:cxn modelId="{75CF1893-1DD7-4ABC-B8FD-617396522E48}" type="presOf" srcId="{4DBEBE54-E4B1-4110-8690-0A4DBE7FD7EC}" destId="{9607C055-8A9A-4073-A174-504F6A7B91A8}" srcOrd="0" destOrd="0" presId="urn:microsoft.com/office/officeart/2005/8/layout/default"/>
    <dgm:cxn modelId="{A2A05E98-96F1-4B43-B0DC-171BBFDB6EA6}" type="presOf" srcId="{4A4BA6FF-3FEB-4966-8332-709C7CFD0255}" destId="{987B5CC6-F84E-4829-B79E-7F6DFABFF177}" srcOrd="0" destOrd="0" presId="urn:microsoft.com/office/officeart/2005/8/layout/default"/>
    <dgm:cxn modelId="{1292E29A-B578-4E39-9D17-A12C85494F56}" type="presOf" srcId="{D9BA26D1-97E2-4CBE-8C2B-240B5337A4EF}" destId="{246A25B7-226D-4566-BFB7-84273B166126}" srcOrd="0" destOrd="0" presId="urn:microsoft.com/office/officeart/2005/8/layout/default"/>
    <dgm:cxn modelId="{C6CA61A6-1C2D-4CD9-9844-78BD92FD3C8D}" type="presOf" srcId="{54D0706F-1065-45B3-B4FD-D044140DA7BE}" destId="{1BB91BA2-47B6-49A5-B29E-203E48FED045}" srcOrd="0" destOrd="0" presId="urn:microsoft.com/office/officeart/2005/8/layout/default"/>
    <dgm:cxn modelId="{59B7F8A9-9B5D-47D1-BBCB-66CEC8FAB21E}" srcId="{7EF5C028-8F32-4A25-813F-CE37E9269863}" destId="{79BB5589-BFF9-493D-BE8C-21D7C1DBBBBC}" srcOrd="0" destOrd="0" parTransId="{F7DB66BC-EDDF-450D-90F1-CB3592296762}" sibTransId="{A7EEF0D8-7182-450C-9A97-55A31DABEBC2}"/>
    <dgm:cxn modelId="{BD7B0CB9-5C76-489E-BCCF-90D58E36D9CE}" type="presOf" srcId="{194127C0-9045-400D-BA01-E9081CA3A20E}" destId="{1BB7D97D-7FBD-4A0B-A766-EC74F34086FD}" srcOrd="0" destOrd="0" presId="urn:microsoft.com/office/officeart/2005/8/layout/default"/>
    <dgm:cxn modelId="{17FD36BB-30D7-44A4-A7C3-0ED5FAA7407F}" type="presOf" srcId="{0585FA7B-5F6E-46A2-903F-D424CB9BAB1C}" destId="{828148FC-9590-4EE6-B420-17225250D2E6}" srcOrd="0" destOrd="0" presId="urn:microsoft.com/office/officeart/2005/8/layout/default"/>
    <dgm:cxn modelId="{333C06BC-246C-4676-9AB2-36D830180570}" type="presOf" srcId="{274ECEE3-F5A0-495B-94A7-2529D7839CA8}" destId="{0085D9F5-6136-4CBE-834C-A966B85DBB82}" srcOrd="0" destOrd="0" presId="urn:microsoft.com/office/officeart/2005/8/layout/default"/>
    <dgm:cxn modelId="{BFE710C8-17DB-4D53-AE58-2912312D6295}" srcId="{7EF5C028-8F32-4A25-813F-CE37E9269863}" destId="{0585FA7B-5F6E-46A2-903F-D424CB9BAB1C}" srcOrd="7" destOrd="0" parTransId="{957D13A8-4FAE-4166-B0BE-80F97C7EE399}" sibTransId="{CC58012C-A791-46C2-AF30-044816C289FE}"/>
    <dgm:cxn modelId="{29F65DF4-D64B-42E1-BD7C-CFF78919F600}" srcId="{7EF5C028-8F32-4A25-813F-CE37E9269863}" destId="{274ECEE3-F5A0-495B-94A7-2529D7839CA8}" srcOrd="11" destOrd="0" parTransId="{41BEF812-4E68-49B9-A6AF-A68F368C0163}" sibTransId="{696BA408-DDC9-45DE-9F93-DD55747EA6B5}"/>
    <dgm:cxn modelId="{C14E733E-F8AC-4694-B4D3-77C7383C9E7E}" type="presParOf" srcId="{A9392A25-DC71-4B34-89CC-074A5ED05DAC}" destId="{B6A38753-9C60-42E6-9CB1-CDFAA43E7C2B}" srcOrd="0" destOrd="0" presId="urn:microsoft.com/office/officeart/2005/8/layout/default"/>
    <dgm:cxn modelId="{C2E4EEF8-F8C6-4510-8A1D-3D4F2E0F7B38}" type="presParOf" srcId="{A9392A25-DC71-4B34-89CC-074A5ED05DAC}" destId="{86BCD3D4-0729-4561-A95E-FECC0C318F7C}" srcOrd="1" destOrd="0" presId="urn:microsoft.com/office/officeart/2005/8/layout/default"/>
    <dgm:cxn modelId="{A779A915-0FFB-4BBE-B394-DD34167E504F}" type="presParOf" srcId="{A9392A25-DC71-4B34-89CC-074A5ED05DAC}" destId="{1BB91BA2-47B6-49A5-B29E-203E48FED045}" srcOrd="2" destOrd="0" presId="urn:microsoft.com/office/officeart/2005/8/layout/default"/>
    <dgm:cxn modelId="{97DE0915-774B-45EF-9B5D-B52050ED9D5D}" type="presParOf" srcId="{A9392A25-DC71-4B34-89CC-074A5ED05DAC}" destId="{36CA0C9F-690F-4A52-A0DC-E4089455B61B}" srcOrd="3" destOrd="0" presId="urn:microsoft.com/office/officeart/2005/8/layout/default"/>
    <dgm:cxn modelId="{C9E8CA36-E94D-4AF4-AE62-B07BFF7CF3AB}" type="presParOf" srcId="{A9392A25-DC71-4B34-89CC-074A5ED05DAC}" destId="{D448E057-90AE-484D-A562-C6ADD41CD415}" srcOrd="4" destOrd="0" presId="urn:microsoft.com/office/officeart/2005/8/layout/default"/>
    <dgm:cxn modelId="{79393A04-5794-4987-8A38-BBF81683A529}" type="presParOf" srcId="{A9392A25-DC71-4B34-89CC-074A5ED05DAC}" destId="{96508445-BF9B-4C73-A86E-B21D00889F16}" srcOrd="5" destOrd="0" presId="urn:microsoft.com/office/officeart/2005/8/layout/default"/>
    <dgm:cxn modelId="{AAE23D7A-BE3A-4B76-98A0-1F99FB083002}" type="presParOf" srcId="{A9392A25-DC71-4B34-89CC-074A5ED05DAC}" destId="{A0351254-A682-4A9D-A353-6776F3960155}" srcOrd="6" destOrd="0" presId="urn:microsoft.com/office/officeart/2005/8/layout/default"/>
    <dgm:cxn modelId="{1FC166F5-D85F-4C25-B949-16AA6EB8D7A2}" type="presParOf" srcId="{A9392A25-DC71-4B34-89CC-074A5ED05DAC}" destId="{C2DFDF70-7B13-4C29-8083-9D0508DFA0C1}" srcOrd="7" destOrd="0" presId="urn:microsoft.com/office/officeart/2005/8/layout/default"/>
    <dgm:cxn modelId="{84C1AA4D-4379-461C-B190-0080999565F8}" type="presParOf" srcId="{A9392A25-DC71-4B34-89CC-074A5ED05DAC}" destId="{9607C055-8A9A-4073-A174-504F6A7B91A8}" srcOrd="8" destOrd="0" presId="urn:microsoft.com/office/officeart/2005/8/layout/default"/>
    <dgm:cxn modelId="{0979DEB5-DF23-4CD8-BA6F-970100974CEF}" type="presParOf" srcId="{A9392A25-DC71-4B34-89CC-074A5ED05DAC}" destId="{B1C48B7E-C996-42B6-B7AB-F3250C37AF5D}" srcOrd="9" destOrd="0" presId="urn:microsoft.com/office/officeart/2005/8/layout/default"/>
    <dgm:cxn modelId="{5F4EF5AF-E7C6-4477-893D-28CC2CC00927}" type="presParOf" srcId="{A9392A25-DC71-4B34-89CC-074A5ED05DAC}" destId="{987B5CC6-F84E-4829-B79E-7F6DFABFF177}" srcOrd="10" destOrd="0" presId="urn:microsoft.com/office/officeart/2005/8/layout/default"/>
    <dgm:cxn modelId="{1BD44D9A-192B-4D3A-AC77-FDFEF05A232B}" type="presParOf" srcId="{A9392A25-DC71-4B34-89CC-074A5ED05DAC}" destId="{D3CC4231-8904-4795-BC65-61A8967B7330}" srcOrd="11" destOrd="0" presId="urn:microsoft.com/office/officeart/2005/8/layout/default"/>
    <dgm:cxn modelId="{4D1D71CD-45D2-4E4D-914F-095B1CC2066D}" type="presParOf" srcId="{A9392A25-DC71-4B34-89CC-074A5ED05DAC}" destId="{246A25B7-226D-4566-BFB7-84273B166126}" srcOrd="12" destOrd="0" presId="urn:microsoft.com/office/officeart/2005/8/layout/default"/>
    <dgm:cxn modelId="{8D785369-37FC-4CC8-8313-6E03FF57D9FA}" type="presParOf" srcId="{A9392A25-DC71-4B34-89CC-074A5ED05DAC}" destId="{0061C0AE-34DB-4F74-9A9B-5DB5AB3A35F6}" srcOrd="13" destOrd="0" presId="urn:microsoft.com/office/officeart/2005/8/layout/default"/>
    <dgm:cxn modelId="{BDB40DCE-7D40-4D77-BC18-03014367DA4C}" type="presParOf" srcId="{A9392A25-DC71-4B34-89CC-074A5ED05DAC}" destId="{828148FC-9590-4EE6-B420-17225250D2E6}" srcOrd="14" destOrd="0" presId="urn:microsoft.com/office/officeart/2005/8/layout/default"/>
    <dgm:cxn modelId="{ED8313E3-E7DD-4810-9988-C48B897D74DA}" type="presParOf" srcId="{A9392A25-DC71-4B34-89CC-074A5ED05DAC}" destId="{32A7D915-D55F-4724-9608-12A3A426A310}" srcOrd="15" destOrd="0" presId="urn:microsoft.com/office/officeart/2005/8/layout/default"/>
    <dgm:cxn modelId="{CF6C42B5-5E4E-48FD-BADC-6291D02B9805}" type="presParOf" srcId="{A9392A25-DC71-4B34-89CC-074A5ED05DAC}" destId="{2D36FD64-F546-4B51-BEAC-AE19341199E8}" srcOrd="16" destOrd="0" presId="urn:microsoft.com/office/officeart/2005/8/layout/default"/>
    <dgm:cxn modelId="{07A396FD-33D6-491B-9133-0137A191A5E2}" type="presParOf" srcId="{A9392A25-DC71-4B34-89CC-074A5ED05DAC}" destId="{ADB6D361-A0A4-44F9-9FE3-50A916C3FAFD}" srcOrd="17" destOrd="0" presId="urn:microsoft.com/office/officeart/2005/8/layout/default"/>
    <dgm:cxn modelId="{C9811BBB-E96B-4F04-8948-C054DEFF00A7}" type="presParOf" srcId="{A9392A25-DC71-4B34-89CC-074A5ED05DAC}" destId="{1BB7D97D-7FBD-4A0B-A766-EC74F34086FD}" srcOrd="18" destOrd="0" presId="urn:microsoft.com/office/officeart/2005/8/layout/default"/>
    <dgm:cxn modelId="{856AED87-60A8-4A5B-B74A-F9DCB3DF207B}" type="presParOf" srcId="{A9392A25-DC71-4B34-89CC-074A5ED05DAC}" destId="{BF79380C-A2D8-4467-AB58-990547EE4A80}" srcOrd="19" destOrd="0" presId="urn:microsoft.com/office/officeart/2005/8/layout/default"/>
    <dgm:cxn modelId="{F267604E-AF4F-4FB0-AAF5-887ACA8D82A3}" type="presParOf" srcId="{A9392A25-DC71-4B34-89CC-074A5ED05DAC}" destId="{CE883C0D-26F3-498C-B839-4DFC01D9EA2D}" srcOrd="20" destOrd="0" presId="urn:microsoft.com/office/officeart/2005/8/layout/default"/>
    <dgm:cxn modelId="{DA2EF78B-CD58-4947-A775-904EA2F5A3A7}" type="presParOf" srcId="{A9392A25-DC71-4B34-89CC-074A5ED05DAC}" destId="{5CF12AC9-586A-49ED-B457-8D296C7B719F}" srcOrd="21" destOrd="0" presId="urn:microsoft.com/office/officeart/2005/8/layout/default"/>
    <dgm:cxn modelId="{4962BB7E-6547-42EC-8FFC-C83362832D66}" type="presParOf" srcId="{A9392A25-DC71-4B34-89CC-074A5ED05DAC}" destId="{0085D9F5-6136-4CBE-834C-A966B85DBB82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476D0A2-3839-4C5F-B594-287E10F5B732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32B4C80-4D6F-45D3-838B-95785867BF9D}">
      <dgm:prSet/>
      <dgm:spPr/>
      <dgm:t>
        <a:bodyPr/>
        <a:lstStyle/>
        <a:p>
          <a:r>
            <a:rPr lang="en-US" i="1"/>
            <a:t>(Include screenshots from GitHub README)</a:t>
          </a:r>
          <a:endParaRPr lang="en-US"/>
        </a:p>
      </dgm:t>
    </dgm:pt>
    <dgm:pt modelId="{8C917935-CEFE-4C7C-AB0B-CD7D7E85CF14}" type="parTrans" cxnId="{F5F1811B-4981-458D-8595-FE6992B6DFB1}">
      <dgm:prSet/>
      <dgm:spPr/>
      <dgm:t>
        <a:bodyPr/>
        <a:lstStyle/>
        <a:p>
          <a:endParaRPr lang="en-US"/>
        </a:p>
      </dgm:t>
    </dgm:pt>
    <dgm:pt modelId="{A94D4E45-0161-4080-B58A-57174C01FA76}" type="sibTrans" cxnId="{F5F1811B-4981-458D-8595-FE6992B6DFB1}">
      <dgm:prSet/>
      <dgm:spPr/>
      <dgm:t>
        <a:bodyPr/>
        <a:lstStyle/>
        <a:p>
          <a:endParaRPr lang="en-US"/>
        </a:p>
      </dgm:t>
    </dgm:pt>
    <dgm:pt modelId="{58DD200F-C27A-4A73-8232-695321E6062E}">
      <dgm:prSet/>
      <dgm:spPr/>
      <dgm:t>
        <a:bodyPr/>
        <a:lstStyle/>
        <a:p>
          <a:r>
            <a:rPr lang="en-US" b="1"/>
            <a:t>Home Page</a:t>
          </a:r>
          <a:r>
            <a:rPr lang="en-US"/>
            <a:t> - Main landing page</a:t>
          </a:r>
        </a:p>
      </dgm:t>
    </dgm:pt>
    <dgm:pt modelId="{5594F8B0-5903-4B94-9DBA-2879268CAB08}" type="parTrans" cxnId="{27429A55-EAE6-467F-BD41-F5ED3C9F83E1}">
      <dgm:prSet/>
      <dgm:spPr/>
      <dgm:t>
        <a:bodyPr/>
        <a:lstStyle/>
        <a:p>
          <a:endParaRPr lang="en-US"/>
        </a:p>
      </dgm:t>
    </dgm:pt>
    <dgm:pt modelId="{7E8B2BC9-3FF9-4345-8052-CFF72E7C16CF}" type="sibTrans" cxnId="{27429A55-EAE6-467F-BD41-F5ED3C9F83E1}">
      <dgm:prSet/>
      <dgm:spPr/>
      <dgm:t>
        <a:bodyPr/>
        <a:lstStyle/>
        <a:p>
          <a:endParaRPr lang="en-US"/>
        </a:p>
      </dgm:t>
    </dgm:pt>
    <dgm:pt modelId="{61BAF693-BBAB-4D3B-BA7D-DAD3FD99DF80}">
      <dgm:prSet/>
      <dgm:spPr/>
      <dgm:t>
        <a:bodyPr/>
        <a:lstStyle/>
        <a:p>
          <a:r>
            <a:rPr lang="en-US" b="1"/>
            <a:t>Login/Register</a:t>
          </a:r>
          <a:r>
            <a:rPr lang="en-US"/>
            <a:t> - Authentication pages</a:t>
          </a:r>
        </a:p>
      </dgm:t>
    </dgm:pt>
    <dgm:pt modelId="{5124ED33-B021-4370-B02A-95EAF988708D}" type="parTrans" cxnId="{02F17C8E-2707-4DD4-8332-F07B741BB701}">
      <dgm:prSet/>
      <dgm:spPr/>
      <dgm:t>
        <a:bodyPr/>
        <a:lstStyle/>
        <a:p>
          <a:endParaRPr lang="en-US"/>
        </a:p>
      </dgm:t>
    </dgm:pt>
    <dgm:pt modelId="{9B2296A7-AA37-4870-B3D8-A58E9F4B3301}" type="sibTrans" cxnId="{02F17C8E-2707-4DD4-8332-F07B741BB701}">
      <dgm:prSet/>
      <dgm:spPr/>
      <dgm:t>
        <a:bodyPr/>
        <a:lstStyle/>
        <a:p>
          <a:endParaRPr lang="en-US"/>
        </a:p>
      </dgm:t>
    </dgm:pt>
    <dgm:pt modelId="{287528FB-239C-4210-986C-4389E85AF5A5}">
      <dgm:prSet/>
      <dgm:spPr/>
      <dgm:t>
        <a:bodyPr/>
        <a:lstStyle/>
        <a:p>
          <a:r>
            <a:rPr lang="en-US" b="1"/>
            <a:t>Product Catalog</a:t>
          </a:r>
          <a:r>
            <a:rPr lang="en-US"/>
            <a:t> - Filterable product listings</a:t>
          </a:r>
        </a:p>
      </dgm:t>
    </dgm:pt>
    <dgm:pt modelId="{DE0DD5DB-6FFA-467E-8BE2-C622FFEF1850}" type="parTrans" cxnId="{D67D8DB4-8D89-4E6E-9794-B305CB3A52D9}">
      <dgm:prSet/>
      <dgm:spPr/>
      <dgm:t>
        <a:bodyPr/>
        <a:lstStyle/>
        <a:p>
          <a:endParaRPr lang="en-US"/>
        </a:p>
      </dgm:t>
    </dgm:pt>
    <dgm:pt modelId="{CC91A461-7611-4F2C-A7DC-16057EF885C9}" type="sibTrans" cxnId="{D67D8DB4-8D89-4E6E-9794-B305CB3A52D9}">
      <dgm:prSet/>
      <dgm:spPr/>
      <dgm:t>
        <a:bodyPr/>
        <a:lstStyle/>
        <a:p>
          <a:endParaRPr lang="en-US"/>
        </a:p>
      </dgm:t>
    </dgm:pt>
    <dgm:pt modelId="{48597728-AEDE-45F6-8CF2-F99BE25A73E0}">
      <dgm:prSet/>
      <dgm:spPr/>
      <dgm:t>
        <a:bodyPr/>
        <a:lstStyle/>
        <a:p>
          <a:r>
            <a:rPr lang="en-US" b="1"/>
            <a:t>Shopping Cart</a:t>
          </a:r>
          <a:r>
            <a:rPr lang="en-US"/>
            <a:t> - Cart management interface</a:t>
          </a:r>
        </a:p>
      </dgm:t>
    </dgm:pt>
    <dgm:pt modelId="{5F989339-B23F-4D08-BFD6-6B656E100364}" type="parTrans" cxnId="{09BA4A71-AA88-4432-91D0-4D1CEDAD25CC}">
      <dgm:prSet/>
      <dgm:spPr/>
      <dgm:t>
        <a:bodyPr/>
        <a:lstStyle/>
        <a:p>
          <a:endParaRPr lang="en-US"/>
        </a:p>
      </dgm:t>
    </dgm:pt>
    <dgm:pt modelId="{3DB6C919-B309-4674-9766-7EAC71B80B8B}" type="sibTrans" cxnId="{09BA4A71-AA88-4432-91D0-4D1CEDAD25CC}">
      <dgm:prSet/>
      <dgm:spPr/>
      <dgm:t>
        <a:bodyPr/>
        <a:lstStyle/>
        <a:p>
          <a:endParaRPr lang="en-US"/>
        </a:p>
      </dgm:t>
    </dgm:pt>
    <dgm:pt modelId="{B6DD0D2E-B718-4D62-AC37-46062E5F3E1D}">
      <dgm:prSet/>
      <dgm:spPr/>
      <dgm:t>
        <a:bodyPr/>
        <a:lstStyle/>
        <a:p>
          <a:r>
            <a:rPr lang="en-US" b="1"/>
            <a:t>Checkout</a:t>
          </a:r>
          <a:r>
            <a:rPr lang="en-US"/>
            <a:t> - Payment simulation page</a:t>
          </a:r>
        </a:p>
      </dgm:t>
    </dgm:pt>
    <dgm:pt modelId="{909CB80E-7BC0-4B2C-96C6-92502AFA4320}" type="parTrans" cxnId="{022A0D33-C456-43CE-8FCD-4A1C1BEC277C}">
      <dgm:prSet/>
      <dgm:spPr/>
      <dgm:t>
        <a:bodyPr/>
        <a:lstStyle/>
        <a:p>
          <a:endParaRPr lang="en-US"/>
        </a:p>
      </dgm:t>
    </dgm:pt>
    <dgm:pt modelId="{E36EF738-A35C-4F95-B726-2652EBBAA611}" type="sibTrans" cxnId="{022A0D33-C456-43CE-8FCD-4A1C1BEC277C}">
      <dgm:prSet/>
      <dgm:spPr/>
      <dgm:t>
        <a:bodyPr/>
        <a:lstStyle/>
        <a:p>
          <a:endParaRPr lang="en-US"/>
        </a:p>
      </dgm:t>
    </dgm:pt>
    <dgm:pt modelId="{089C19F7-3520-43A7-AA78-89A0619031D7}">
      <dgm:prSet/>
      <dgm:spPr/>
      <dgm:t>
        <a:bodyPr/>
        <a:lstStyle/>
        <a:p>
          <a:r>
            <a:rPr lang="en-US" b="1"/>
            <a:t>Admin Dashboard</a:t>
          </a:r>
          <a:r>
            <a:rPr lang="en-US"/>
            <a:t> - Inventory/order management</a:t>
          </a:r>
        </a:p>
      </dgm:t>
    </dgm:pt>
    <dgm:pt modelId="{754B6407-3651-4CA4-AC7B-D33712D1BD88}" type="parTrans" cxnId="{1D1421B6-6A02-4F73-8CB5-E4690AD1F064}">
      <dgm:prSet/>
      <dgm:spPr/>
      <dgm:t>
        <a:bodyPr/>
        <a:lstStyle/>
        <a:p>
          <a:endParaRPr lang="en-US"/>
        </a:p>
      </dgm:t>
    </dgm:pt>
    <dgm:pt modelId="{340F9B6F-49A0-44C2-8A9A-4D4A842D91AC}" type="sibTrans" cxnId="{1D1421B6-6A02-4F73-8CB5-E4690AD1F064}">
      <dgm:prSet/>
      <dgm:spPr/>
      <dgm:t>
        <a:bodyPr/>
        <a:lstStyle/>
        <a:p>
          <a:endParaRPr lang="en-US"/>
        </a:p>
      </dgm:t>
    </dgm:pt>
    <dgm:pt modelId="{229DA989-255B-48E7-88A1-8E69A7AC2A84}">
      <dgm:prSet/>
      <dgm:spPr/>
      <dgm:t>
        <a:bodyPr/>
        <a:lstStyle/>
        <a:p>
          <a:r>
            <a:rPr lang="en-US" b="1"/>
            <a:t>Order Confirmation Email</a:t>
          </a:r>
          <a:r>
            <a:rPr lang="en-US"/>
            <a:t> - Sample email template</a:t>
          </a:r>
        </a:p>
      </dgm:t>
    </dgm:pt>
    <dgm:pt modelId="{994901D1-4995-4193-B3D6-5E7AC941516B}" type="parTrans" cxnId="{13D0A862-F1BF-4E7E-A43F-D6E3B2441300}">
      <dgm:prSet/>
      <dgm:spPr/>
      <dgm:t>
        <a:bodyPr/>
        <a:lstStyle/>
        <a:p>
          <a:endParaRPr lang="en-US"/>
        </a:p>
      </dgm:t>
    </dgm:pt>
    <dgm:pt modelId="{5A583912-B466-47B7-9B0F-71BAD698DF2A}" type="sibTrans" cxnId="{13D0A862-F1BF-4E7E-A43F-D6E3B2441300}">
      <dgm:prSet/>
      <dgm:spPr/>
      <dgm:t>
        <a:bodyPr/>
        <a:lstStyle/>
        <a:p>
          <a:endParaRPr lang="en-US"/>
        </a:p>
      </dgm:t>
    </dgm:pt>
    <dgm:pt modelId="{737D74CD-CBE4-4AC2-AA1B-15B9C06CA4A3}" type="pres">
      <dgm:prSet presAssocID="{2476D0A2-3839-4C5F-B594-287E10F5B732}" presName="diagram" presStyleCnt="0">
        <dgm:presLayoutVars>
          <dgm:dir/>
          <dgm:resizeHandles val="exact"/>
        </dgm:presLayoutVars>
      </dgm:prSet>
      <dgm:spPr/>
    </dgm:pt>
    <dgm:pt modelId="{E110B7FB-3714-4AB3-9DD0-B5A9C7EAFC9F}" type="pres">
      <dgm:prSet presAssocID="{B32B4C80-4D6F-45D3-838B-95785867BF9D}" presName="node" presStyleLbl="node1" presStyleIdx="0" presStyleCnt="8">
        <dgm:presLayoutVars>
          <dgm:bulletEnabled val="1"/>
        </dgm:presLayoutVars>
      </dgm:prSet>
      <dgm:spPr/>
    </dgm:pt>
    <dgm:pt modelId="{F6482891-1540-41B2-A052-FF9ECC4A4C1E}" type="pres">
      <dgm:prSet presAssocID="{A94D4E45-0161-4080-B58A-57174C01FA76}" presName="sibTrans" presStyleCnt="0"/>
      <dgm:spPr/>
    </dgm:pt>
    <dgm:pt modelId="{622A5F64-9757-44E6-986B-16E1AAAD43F0}" type="pres">
      <dgm:prSet presAssocID="{58DD200F-C27A-4A73-8232-695321E6062E}" presName="node" presStyleLbl="node1" presStyleIdx="1" presStyleCnt="8">
        <dgm:presLayoutVars>
          <dgm:bulletEnabled val="1"/>
        </dgm:presLayoutVars>
      </dgm:prSet>
      <dgm:spPr/>
    </dgm:pt>
    <dgm:pt modelId="{7731731D-66CF-4794-A0BC-E903F49D49A1}" type="pres">
      <dgm:prSet presAssocID="{7E8B2BC9-3FF9-4345-8052-CFF72E7C16CF}" presName="sibTrans" presStyleCnt="0"/>
      <dgm:spPr/>
    </dgm:pt>
    <dgm:pt modelId="{F83679A0-7076-48E8-87BC-BBD7DC1FE8F7}" type="pres">
      <dgm:prSet presAssocID="{61BAF693-BBAB-4D3B-BA7D-DAD3FD99DF80}" presName="node" presStyleLbl="node1" presStyleIdx="2" presStyleCnt="8">
        <dgm:presLayoutVars>
          <dgm:bulletEnabled val="1"/>
        </dgm:presLayoutVars>
      </dgm:prSet>
      <dgm:spPr/>
    </dgm:pt>
    <dgm:pt modelId="{848D4D9B-BB8B-48A1-8344-E8748D18B10F}" type="pres">
      <dgm:prSet presAssocID="{9B2296A7-AA37-4870-B3D8-A58E9F4B3301}" presName="sibTrans" presStyleCnt="0"/>
      <dgm:spPr/>
    </dgm:pt>
    <dgm:pt modelId="{0004F5DD-82D3-490E-9024-FC6B86F36D4A}" type="pres">
      <dgm:prSet presAssocID="{287528FB-239C-4210-986C-4389E85AF5A5}" presName="node" presStyleLbl="node1" presStyleIdx="3" presStyleCnt="8">
        <dgm:presLayoutVars>
          <dgm:bulletEnabled val="1"/>
        </dgm:presLayoutVars>
      </dgm:prSet>
      <dgm:spPr/>
    </dgm:pt>
    <dgm:pt modelId="{9A0FD899-D72A-4061-8C4B-9B190668A3A8}" type="pres">
      <dgm:prSet presAssocID="{CC91A461-7611-4F2C-A7DC-16057EF885C9}" presName="sibTrans" presStyleCnt="0"/>
      <dgm:spPr/>
    </dgm:pt>
    <dgm:pt modelId="{04C344A3-E0F4-4518-93F6-DB40FB4E1960}" type="pres">
      <dgm:prSet presAssocID="{48597728-AEDE-45F6-8CF2-F99BE25A73E0}" presName="node" presStyleLbl="node1" presStyleIdx="4" presStyleCnt="8">
        <dgm:presLayoutVars>
          <dgm:bulletEnabled val="1"/>
        </dgm:presLayoutVars>
      </dgm:prSet>
      <dgm:spPr/>
    </dgm:pt>
    <dgm:pt modelId="{3C6E678B-A568-4742-8D8D-9D93EB7F5D8C}" type="pres">
      <dgm:prSet presAssocID="{3DB6C919-B309-4674-9766-7EAC71B80B8B}" presName="sibTrans" presStyleCnt="0"/>
      <dgm:spPr/>
    </dgm:pt>
    <dgm:pt modelId="{9EC2C323-36A9-494A-A6FA-502311AAFA99}" type="pres">
      <dgm:prSet presAssocID="{B6DD0D2E-B718-4D62-AC37-46062E5F3E1D}" presName="node" presStyleLbl="node1" presStyleIdx="5" presStyleCnt="8">
        <dgm:presLayoutVars>
          <dgm:bulletEnabled val="1"/>
        </dgm:presLayoutVars>
      </dgm:prSet>
      <dgm:spPr/>
    </dgm:pt>
    <dgm:pt modelId="{BD528E52-F4E8-4228-8753-B4E6771FB0F0}" type="pres">
      <dgm:prSet presAssocID="{E36EF738-A35C-4F95-B726-2652EBBAA611}" presName="sibTrans" presStyleCnt="0"/>
      <dgm:spPr/>
    </dgm:pt>
    <dgm:pt modelId="{6C047A5E-824A-4B5B-B97C-41AE0857151F}" type="pres">
      <dgm:prSet presAssocID="{089C19F7-3520-43A7-AA78-89A0619031D7}" presName="node" presStyleLbl="node1" presStyleIdx="6" presStyleCnt="8">
        <dgm:presLayoutVars>
          <dgm:bulletEnabled val="1"/>
        </dgm:presLayoutVars>
      </dgm:prSet>
      <dgm:spPr/>
    </dgm:pt>
    <dgm:pt modelId="{B978C56C-5409-4F25-AA15-9E7D530C39B7}" type="pres">
      <dgm:prSet presAssocID="{340F9B6F-49A0-44C2-8A9A-4D4A842D91AC}" presName="sibTrans" presStyleCnt="0"/>
      <dgm:spPr/>
    </dgm:pt>
    <dgm:pt modelId="{A0802B98-9FFF-411A-81A1-54031E625379}" type="pres">
      <dgm:prSet presAssocID="{229DA989-255B-48E7-88A1-8E69A7AC2A84}" presName="node" presStyleLbl="node1" presStyleIdx="7" presStyleCnt="8">
        <dgm:presLayoutVars>
          <dgm:bulletEnabled val="1"/>
        </dgm:presLayoutVars>
      </dgm:prSet>
      <dgm:spPr/>
    </dgm:pt>
  </dgm:ptLst>
  <dgm:cxnLst>
    <dgm:cxn modelId="{8ADE9316-5057-4C3A-8247-F6DD1D4CC790}" type="presOf" srcId="{287528FB-239C-4210-986C-4389E85AF5A5}" destId="{0004F5DD-82D3-490E-9024-FC6B86F36D4A}" srcOrd="0" destOrd="0" presId="urn:microsoft.com/office/officeart/2005/8/layout/default"/>
    <dgm:cxn modelId="{F5F1811B-4981-458D-8595-FE6992B6DFB1}" srcId="{2476D0A2-3839-4C5F-B594-287E10F5B732}" destId="{B32B4C80-4D6F-45D3-838B-95785867BF9D}" srcOrd="0" destOrd="0" parTransId="{8C917935-CEFE-4C7C-AB0B-CD7D7E85CF14}" sibTransId="{A94D4E45-0161-4080-B58A-57174C01FA76}"/>
    <dgm:cxn modelId="{022A0D33-C456-43CE-8FCD-4A1C1BEC277C}" srcId="{2476D0A2-3839-4C5F-B594-287E10F5B732}" destId="{B6DD0D2E-B718-4D62-AC37-46062E5F3E1D}" srcOrd="5" destOrd="0" parTransId="{909CB80E-7BC0-4B2C-96C6-92502AFA4320}" sibTransId="{E36EF738-A35C-4F95-B726-2652EBBAA611}"/>
    <dgm:cxn modelId="{2F691434-50F1-4817-9C35-5C0A28BF9114}" type="presOf" srcId="{B6DD0D2E-B718-4D62-AC37-46062E5F3E1D}" destId="{9EC2C323-36A9-494A-A6FA-502311AAFA99}" srcOrd="0" destOrd="0" presId="urn:microsoft.com/office/officeart/2005/8/layout/default"/>
    <dgm:cxn modelId="{0389FF5D-E568-46D4-BA5D-BC83B27BA3A4}" type="presOf" srcId="{61BAF693-BBAB-4D3B-BA7D-DAD3FD99DF80}" destId="{F83679A0-7076-48E8-87BC-BBD7DC1FE8F7}" srcOrd="0" destOrd="0" presId="urn:microsoft.com/office/officeart/2005/8/layout/default"/>
    <dgm:cxn modelId="{0B7A6A41-22D6-4698-ABB6-ACF6098A2DD5}" type="presOf" srcId="{48597728-AEDE-45F6-8CF2-F99BE25A73E0}" destId="{04C344A3-E0F4-4518-93F6-DB40FB4E1960}" srcOrd="0" destOrd="0" presId="urn:microsoft.com/office/officeart/2005/8/layout/default"/>
    <dgm:cxn modelId="{13D0A862-F1BF-4E7E-A43F-D6E3B2441300}" srcId="{2476D0A2-3839-4C5F-B594-287E10F5B732}" destId="{229DA989-255B-48E7-88A1-8E69A7AC2A84}" srcOrd="7" destOrd="0" parTransId="{994901D1-4995-4193-B3D6-5E7AC941516B}" sibTransId="{5A583912-B466-47B7-9B0F-71BAD698DF2A}"/>
    <dgm:cxn modelId="{C4B35A63-5B1C-44CB-8B2A-194DD601B7FE}" type="presOf" srcId="{089C19F7-3520-43A7-AA78-89A0619031D7}" destId="{6C047A5E-824A-4B5B-B97C-41AE0857151F}" srcOrd="0" destOrd="0" presId="urn:microsoft.com/office/officeart/2005/8/layout/default"/>
    <dgm:cxn modelId="{11C5F76B-B3D4-457A-A518-12042ACA3397}" type="presOf" srcId="{B32B4C80-4D6F-45D3-838B-95785867BF9D}" destId="{E110B7FB-3714-4AB3-9DD0-B5A9C7EAFC9F}" srcOrd="0" destOrd="0" presId="urn:microsoft.com/office/officeart/2005/8/layout/default"/>
    <dgm:cxn modelId="{09BA4A71-AA88-4432-91D0-4D1CEDAD25CC}" srcId="{2476D0A2-3839-4C5F-B594-287E10F5B732}" destId="{48597728-AEDE-45F6-8CF2-F99BE25A73E0}" srcOrd="4" destOrd="0" parTransId="{5F989339-B23F-4D08-BFD6-6B656E100364}" sibTransId="{3DB6C919-B309-4674-9766-7EAC71B80B8B}"/>
    <dgm:cxn modelId="{27429A55-EAE6-467F-BD41-F5ED3C9F83E1}" srcId="{2476D0A2-3839-4C5F-B594-287E10F5B732}" destId="{58DD200F-C27A-4A73-8232-695321E6062E}" srcOrd="1" destOrd="0" parTransId="{5594F8B0-5903-4B94-9DBA-2879268CAB08}" sibTransId="{7E8B2BC9-3FF9-4345-8052-CFF72E7C16CF}"/>
    <dgm:cxn modelId="{FEBECB59-1701-4AAF-AC24-2F0595B89C99}" type="presOf" srcId="{229DA989-255B-48E7-88A1-8E69A7AC2A84}" destId="{A0802B98-9FFF-411A-81A1-54031E625379}" srcOrd="0" destOrd="0" presId="urn:microsoft.com/office/officeart/2005/8/layout/default"/>
    <dgm:cxn modelId="{02F17C8E-2707-4DD4-8332-F07B741BB701}" srcId="{2476D0A2-3839-4C5F-B594-287E10F5B732}" destId="{61BAF693-BBAB-4D3B-BA7D-DAD3FD99DF80}" srcOrd="2" destOrd="0" parTransId="{5124ED33-B021-4370-B02A-95EAF988708D}" sibTransId="{9B2296A7-AA37-4870-B3D8-A58E9F4B3301}"/>
    <dgm:cxn modelId="{FF24E496-A072-4671-BEAC-FBFEAF6FCB37}" type="presOf" srcId="{2476D0A2-3839-4C5F-B594-287E10F5B732}" destId="{737D74CD-CBE4-4AC2-AA1B-15B9C06CA4A3}" srcOrd="0" destOrd="0" presId="urn:microsoft.com/office/officeart/2005/8/layout/default"/>
    <dgm:cxn modelId="{D67D8DB4-8D89-4E6E-9794-B305CB3A52D9}" srcId="{2476D0A2-3839-4C5F-B594-287E10F5B732}" destId="{287528FB-239C-4210-986C-4389E85AF5A5}" srcOrd="3" destOrd="0" parTransId="{DE0DD5DB-6FFA-467E-8BE2-C622FFEF1850}" sibTransId="{CC91A461-7611-4F2C-A7DC-16057EF885C9}"/>
    <dgm:cxn modelId="{1D1421B6-6A02-4F73-8CB5-E4690AD1F064}" srcId="{2476D0A2-3839-4C5F-B594-287E10F5B732}" destId="{089C19F7-3520-43A7-AA78-89A0619031D7}" srcOrd="6" destOrd="0" parTransId="{754B6407-3651-4CA4-AC7B-D33712D1BD88}" sibTransId="{340F9B6F-49A0-44C2-8A9A-4D4A842D91AC}"/>
    <dgm:cxn modelId="{92C52CBB-4442-4418-AE23-1AD81096B579}" type="presOf" srcId="{58DD200F-C27A-4A73-8232-695321E6062E}" destId="{622A5F64-9757-44E6-986B-16E1AAAD43F0}" srcOrd="0" destOrd="0" presId="urn:microsoft.com/office/officeart/2005/8/layout/default"/>
    <dgm:cxn modelId="{D90D7004-8AEE-46C0-9539-067B8E937524}" type="presParOf" srcId="{737D74CD-CBE4-4AC2-AA1B-15B9C06CA4A3}" destId="{E110B7FB-3714-4AB3-9DD0-B5A9C7EAFC9F}" srcOrd="0" destOrd="0" presId="urn:microsoft.com/office/officeart/2005/8/layout/default"/>
    <dgm:cxn modelId="{03671030-8FF6-44F2-B06F-EF2D69619ABD}" type="presParOf" srcId="{737D74CD-CBE4-4AC2-AA1B-15B9C06CA4A3}" destId="{F6482891-1540-41B2-A052-FF9ECC4A4C1E}" srcOrd="1" destOrd="0" presId="urn:microsoft.com/office/officeart/2005/8/layout/default"/>
    <dgm:cxn modelId="{DED13895-CD3D-4DBA-ACEF-9B0F7975DC62}" type="presParOf" srcId="{737D74CD-CBE4-4AC2-AA1B-15B9C06CA4A3}" destId="{622A5F64-9757-44E6-986B-16E1AAAD43F0}" srcOrd="2" destOrd="0" presId="urn:microsoft.com/office/officeart/2005/8/layout/default"/>
    <dgm:cxn modelId="{3106B0D1-413C-4B69-BB3E-058157C809F2}" type="presParOf" srcId="{737D74CD-CBE4-4AC2-AA1B-15B9C06CA4A3}" destId="{7731731D-66CF-4794-A0BC-E903F49D49A1}" srcOrd="3" destOrd="0" presId="urn:microsoft.com/office/officeart/2005/8/layout/default"/>
    <dgm:cxn modelId="{CC3B79F9-6FE8-4C8C-AC8C-EA0E67883BA1}" type="presParOf" srcId="{737D74CD-CBE4-4AC2-AA1B-15B9C06CA4A3}" destId="{F83679A0-7076-48E8-87BC-BBD7DC1FE8F7}" srcOrd="4" destOrd="0" presId="urn:microsoft.com/office/officeart/2005/8/layout/default"/>
    <dgm:cxn modelId="{DF49D13D-2C7C-4C5D-B797-353407A8B077}" type="presParOf" srcId="{737D74CD-CBE4-4AC2-AA1B-15B9C06CA4A3}" destId="{848D4D9B-BB8B-48A1-8344-E8748D18B10F}" srcOrd="5" destOrd="0" presId="urn:microsoft.com/office/officeart/2005/8/layout/default"/>
    <dgm:cxn modelId="{84829AC1-2EF0-4338-894C-BF7105A59295}" type="presParOf" srcId="{737D74CD-CBE4-4AC2-AA1B-15B9C06CA4A3}" destId="{0004F5DD-82D3-490E-9024-FC6B86F36D4A}" srcOrd="6" destOrd="0" presId="urn:microsoft.com/office/officeart/2005/8/layout/default"/>
    <dgm:cxn modelId="{7EC3B9D5-1BC4-4D2A-BE6A-DE84AD2252B1}" type="presParOf" srcId="{737D74CD-CBE4-4AC2-AA1B-15B9C06CA4A3}" destId="{9A0FD899-D72A-4061-8C4B-9B190668A3A8}" srcOrd="7" destOrd="0" presId="urn:microsoft.com/office/officeart/2005/8/layout/default"/>
    <dgm:cxn modelId="{F1D3097E-EA51-41AB-B4A3-8FC86A81C35A}" type="presParOf" srcId="{737D74CD-CBE4-4AC2-AA1B-15B9C06CA4A3}" destId="{04C344A3-E0F4-4518-93F6-DB40FB4E1960}" srcOrd="8" destOrd="0" presId="urn:microsoft.com/office/officeart/2005/8/layout/default"/>
    <dgm:cxn modelId="{104036B2-E28A-4A01-A4C1-ADECE8AE4F20}" type="presParOf" srcId="{737D74CD-CBE4-4AC2-AA1B-15B9C06CA4A3}" destId="{3C6E678B-A568-4742-8D8D-9D93EB7F5D8C}" srcOrd="9" destOrd="0" presId="urn:microsoft.com/office/officeart/2005/8/layout/default"/>
    <dgm:cxn modelId="{5F0C1DEA-2014-482E-99A3-314536179D9B}" type="presParOf" srcId="{737D74CD-CBE4-4AC2-AA1B-15B9C06CA4A3}" destId="{9EC2C323-36A9-494A-A6FA-502311AAFA99}" srcOrd="10" destOrd="0" presId="urn:microsoft.com/office/officeart/2005/8/layout/default"/>
    <dgm:cxn modelId="{AE5B7792-0019-4C4D-B92F-38F73987FBDD}" type="presParOf" srcId="{737D74CD-CBE4-4AC2-AA1B-15B9C06CA4A3}" destId="{BD528E52-F4E8-4228-8753-B4E6771FB0F0}" srcOrd="11" destOrd="0" presId="urn:microsoft.com/office/officeart/2005/8/layout/default"/>
    <dgm:cxn modelId="{43FD7AD8-1DBA-4A7D-8EB8-4503E9D06400}" type="presParOf" srcId="{737D74CD-CBE4-4AC2-AA1B-15B9C06CA4A3}" destId="{6C047A5E-824A-4B5B-B97C-41AE0857151F}" srcOrd="12" destOrd="0" presId="urn:microsoft.com/office/officeart/2005/8/layout/default"/>
    <dgm:cxn modelId="{CF3D43CB-5727-4A0C-9709-41FD64B9B781}" type="presParOf" srcId="{737D74CD-CBE4-4AC2-AA1B-15B9C06CA4A3}" destId="{B978C56C-5409-4F25-AA15-9E7D530C39B7}" srcOrd="13" destOrd="0" presId="urn:microsoft.com/office/officeart/2005/8/layout/default"/>
    <dgm:cxn modelId="{CEDA6B22-9EFD-4915-952C-E73885E6EC65}" type="presParOf" srcId="{737D74CD-CBE4-4AC2-AA1B-15B9C06CA4A3}" destId="{A0802B98-9FFF-411A-81A1-54031E625379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B385173-CEF1-4640-8CB7-036DACA4334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DE3B5B-8712-4ECC-8D94-A5FFC6714431}">
      <dgm:prSet/>
      <dgm:spPr/>
      <dgm:t>
        <a:bodyPr/>
        <a:lstStyle/>
        <a:p>
          <a:r>
            <a:rPr lang="en-US" b="1"/>
            <a:t>Technical Skills Developed</a:t>
          </a:r>
          <a:endParaRPr lang="en-US"/>
        </a:p>
      </dgm:t>
    </dgm:pt>
    <dgm:pt modelId="{270552FA-2C60-475D-9A36-971AC16A7842}" type="parTrans" cxnId="{1FB804CC-9CB3-4991-BEC1-E61367A028E2}">
      <dgm:prSet/>
      <dgm:spPr/>
      <dgm:t>
        <a:bodyPr/>
        <a:lstStyle/>
        <a:p>
          <a:endParaRPr lang="en-US"/>
        </a:p>
      </dgm:t>
    </dgm:pt>
    <dgm:pt modelId="{F20DFBCC-5878-4AFF-9F28-0B86C311EC0A}" type="sibTrans" cxnId="{1FB804CC-9CB3-4991-BEC1-E61367A028E2}">
      <dgm:prSet/>
      <dgm:spPr/>
      <dgm:t>
        <a:bodyPr/>
        <a:lstStyle/>
        <a:p>
          <a:endParaRPr lang="en-US"/>
        </a:p>
      </dgm:t>
    </dgm:pt>
    <dgm:pt modelId="{B7237D1F-74BD-49C5-8C6A-CFC3CC562778}">
      <dgm:prSet/>
      <dgm:spPr/>
      <dgm:t>
        <a:bodyPr/>
        <a:lstStyle/>
        <a:p>
          <a:r>
            <a:rPr lang="en-US" b="1"/>
            <a:t>Java Web Development</a:t>
          </a:r>
          <a:r>
            <a:rPr lang="en-US"/>
            <a:t> - Servlets, JSP, JDBC</a:t>
          </a:r>
        </a:p>
      </dgm:t>
    </dgm:pt>
    <dgm:pt modelId="{38F8BA07-0BA1-470F-BE43-1FC87C72857C}" type="parTrans" cxnId="{50EBA434-F62B-441D-9441-23B173896B97}">
      <dgm:prSet/>
      <dgm:spPr/>
      <dgm:t>
        <a:bodyPr/>
        <a:lstStyle/>
        <a:p>
          <a:endParaRPr lang="en-US"/>
        </a:p>
      </dgm:t>
    </dgm:pt>
    <dgm:pt modelId="{F45436E7-4717-448C-9C81-2819F62EB7B4}" type="sibTrans" cxnId="{50EBA434-F62B-441D-9441-23B173896B97}">
      <dgm:prSet/>
      <dgm:spPr/>
      <dgm:t>
        <a:bodyPr/>
        <a:lstStyle/>
        <a:p>
          <a:endParaRPr lang="en-US"/>
        </a:p>
      </dgm:t>
    </dgm:pt>
    <dgm:pt modelId="{50304078-CC9A-47BF-BD99-1B10BCAFE95F}">
      <dgm:prSet/>
      <dgm:spPr/>
      <dgm:t>
        <a:bodyPr/>
        <a:lstStyle/>
        <a:p>
          <a:r>
            <a:rPr lang="en-US" b="1"/>
            <a:t>Full-Stack Integration</a:t>
          </a:r>
          <a:r>
            <a:rPr lang="en-US"/>
            <a:t> - Front-end to database connectivity</a:t>
          </a:r>
        </a:p>
      </dgm:t>
    </dgm:pt>
    <dgm:pt modelId="{E49FAD86-0EA5-4D6E-8C4B-4B922209027C}" type="parTrans" cxnId="{FE9D3B50-52D7-41DF-AE94-B9DC227C207B}">
      <dgm:prSet/>
      <dgm:spPr/>
      <dgm:t>
        <a:bodyPr/>
        <a:lstStyle/>
        <a:p>
          <a:endParaRPr lang="en-US"/>
        </a:p>
      </dgm:t>
    </dgm:pt>
    <dgm:pt modelId="{7E4D6BEB-2D38-4EFF-9253-C359A83B3E9D}" type="sibTrans" cxnId="{FE9D3B50-52D7-41DF-AE94-B9DC227C207B}">
      <dgm:prSet/>
      <dgm:spPr/>
      <dgm:t>
        <a:bodyPr/>
        <a:lstStyle/>
        <a:p>
          <a:endParaRPr lang="en-US"/>
        </a:p>
      </dgm:t>
    </dgm:pt>
    <dgm:pt modelId="{49A57BBA-0572-4275-BD4A-754FB405EA1C}">
      <dgm:prSet/>
      <dgm:spPr/>
      <dgm:t>
        <a:bodyPr/>
        <a:lstStyle/>
        <a:p>
          <a:r>
            <a:rPr lang="en-US" b="1"/>
            <a:t>Database Design</a:t>
          </a:r>
          <a:r>
            <a:rPr lang="en-US"/>
            <a:t> - MySQL schema creation and management</a:t>
          </a:r>
        </a:p>
      </dgm:t>
    </dgm:pt>
    <dgm:pt modelId="{809B8195-34E8-4310-A6C0-BD3720453F78}" type="parTrans" cxnId="{4A4CDC7C-41CF-4578-90D4-DA16AA419680}">
      <dgm:prSet/>
      <dgm:spPr/>
      <dgm:t>
        <a:bodyPr/>
        <a:lstStyle/>
        <a:p>
          <a:endParaRPr lang="en-US"/>
        </a:p>
      </dgm:t>
    </dgm:pt>
    <dgm:pt modelId="{A2232802-88DA-4D45-8445-89DB2868D0B9}" type="sibTrans" cxnId="{4A4CDC7C-41CF-4578-90D4-DA16AA419680}">
      <dgm:prSet/>
      <dgm:spPr/>
      <dgm:t>
        <a:bodyPr/>
        <a:lstStyle/>
        <a:p>
          <a:endParaRPr lang="en-US"/>
        </a:p>
      </dgm:t>
    </dgm:pt>
    <dgm:pt modelId="{EE2B1E16-2B12-44E1-910E-AA18332913BE}">
      <dgm:prSet/>
      <dgm:spPr/>
      <dgm:t>
        <a:bodyPr/>
        <a:lstStyle/>
        <a:p>
          <a:r>
            <a:rPr lang="en-US" b="1"/>
            <a:t>Project Configuration</a:t>
          </a:r>
          <a:r>
            <a:rPr lang="en-US"/>
            <a:t> - Maven, Tomcat, Eclipse setup</a:t>
          </a:r>
        </a:p>
      </dgm:t>
    </dgm:pt>
    <dgm:pt modelId="{E26B010C-F755-465D-AF98-69E860AB4914}" type="parTrans" cxnId="{5699135C-3E32-4611-B6BD-B7BD7C84B3E6}">
      <dgm:prSet/>
      <dgm:spPr/>
      <dgm:t>
        <a:bodyPr/>
        <a:lstStyle/>
        <a:p>
          <a:endParaRPr lang="en-US"/>
        </a:p>
      </dgm:t>
    </dgm:pt>
    <dgm:pt modelId="{F1A915DB-085B-4682-A4A2-22D798B33BFE}" type="sibTrans" cxnId="{5699135C-3E32-4611-B6BD-B7BD7C84B3E6}">
      <dgm:prSet/>
      <dgm:spPr/>
      <dgm:t>
        <a:bodyPr/>
        <a:lstStyle/>
        <a:p>
          <a:endParaRPr lang="en-US"/>
        </a:p>
      </dgm:t>
    </dgm:pt>
    <dgm:pt modelId="{912FFFAA-CA05-4C2F-8837-C2B1B4C70942}">
      <dgm:prSet/>
      <dgm:spPr/>
      <dgm:t>
        <a:bodyPr/>
        <a:lstStyle/>
        <a:p>
          <a:r>
            <a:rPr lang="en-US" b="1"/>
            <a:t>Email Integration</a:t>
          </a:r>
          <a:r>
            <a:rPr lang="en-US"/>
            <a:t> - SMTP with Gmail</a:t>
          </a:r>
        </a:p>
      </dgm:t>
    </dgm:pt>
    <dgm:pt modelId="{736F77BE-8E3E-43B8-99CC-25393BD2C212}" type="parTrans" cxnId="{52717520-C8F2-46C7-B04F-03B7814D9116}">
      <dgm:prSet/>
      <dgm:spPr/>
      <dgm:t>
        <a:bodyPr/>
        <a:lstStyle/>
        <a:p>
          <a:endParaRPr lang="en-US"/>
        </a:p>
      </dgm:t>
    </dgm:pt>
    <dgm:pt modelId="{9D252754-F85A-40AC-AFA7-729D47CEEE6B}" type="sibTrans" cxnId="{52717520-C8F2-46C7-B04F-03B7814D9116}">
      <dgm:prSet/>
      <dgm:spPr/>
      <dgm:t>
        <a:bodyPr/>
        <a:lstStyle/>
        <a:p>
          <a:endParaRPr lang="en-US"/>
        </a:p>
      </dgm:t>
    </dgm:pt>
    <dgm:pt modelId="{16E2BB32-FBF1-47BE-89AD-647E360A9E1A}">
      <dgm:prSet/>
      <dgm:spPr/>
      <dgm:t>
        <a:bodyPr/>
        <a:lstStyle/>
        <a:p>
          <a:r>
            <a:rPr lang="en-US" b="1"/>
            <a:t>Software Engineering Practices</a:t>
          </a:r>
          <a:endParaRPr lang="en-US"/>
        </a:p>
      </dgm:t>
    </dgm:pt>
    <dgm:pt modelId="{206B4C10-0CDE-446C-996D-96EC661D6C2C}" type="parTrans" cxnId="{FAA27BDB-BA51-47E6-871B-E26A957E4A7C}">
      <dgm:prSet/>
      <dgm:spPr/>
      <dgm:t>
        <a:bodyPr/>
        <a:lstStyle/>
        <a:p>
          <a:endParaRPr lang="en-US"/>
        </a:p>
      </dgm:t>
    </dgm:pt>
    <dgm:pt modelId="{3C756529-C358-410F-9CA2-26C5063D7EDD}" type="sibTrans" cxnId="{FAA27BDB-BA51-47E6-871B-E26A957E4A7C}">
      <dgm:prSet/>
      <dgm:spPr/>
      <dgm:t>
        <a:bodyPr/>
        <a:lstStyle/>
        <a:p>
          <a:endParaRPr lang="en-US"/>
        </a:p>
      </dgm:t>
    </dgm:pt>
    <dgm:pt modelId="{9A23192A-13F7-4F13-82FB-56FC1FD3A46B}">
      <dgm:prSet/>
      <dgm:spPr/>
      <dgm:t>
        <a:bodyPr/>
        <a:lstStyle/>
        <a:p>
          <a:r>
            <a:rPr lang="en-US"/>
            <a:t>Version control with Git</a:t>
          </a:r>
        </a:p>
      </dgm:t>
    </dgm:pt>
    <dgm:pt modelId="{9D8B5C3D-B783-4B07-9EF2-0C97FE13D009}" type="parTrans" cxnId="{58B005B8-C8B4-463F-BA20-5E744709265A}">
      <dgm:prSet/>
      <dgm:spPr/>
      <dgm:t>
        <a:bodyPr/>
        <a:lstStyle/>
        <a:p>
          <a:endParaRPr lang="en-US"/>
        </a:p>
      </dgm:t>
    </dgm:pt>
    <dgm:pt modelId="{B3095754-EF63-41F1-9E02-C00A028C48CC}" type="sibTrans" cxnId="{58B005B8-C8B4-463F-BA20-5E744709265A}">
      <dgm:prSet/>
      <dgm:spPr/>
      <dgm:t>
        <a:bodyPr/>
        <a:lstStyle/>
        <a:p>
          <a:endParaRPr lang="en-US"/>
        </a:p>
      </dgm:t>
    </dgm:pt>
    <dgm:pt modelId="{1F43EB1A-A12A-4362-854B-E9ED2D6E8A3A}">
      <dgm:prSet/>
      <dgm:spPr/>
      <dgm:t>
        <a:bodyPr/>
        <a:lstStyle/>
        <a:p>
          <a:r>
            <a:rPr lang="en-US"/>
            <a:t>Project documentation</a:t>
          </a:r>
        </a:p>
      </dgm:t>
    </dgm:pt>
    <dgm:pt modelId="{E81AFD10-88F5-4846-BDE0-6CDDED6B297A}" type="parTrans" cxnId="{ED1D8352-16F2-444F-826E-B764D3AF2043}">
      <dgm:prSet/>
      <dgm:spPr/>
      <dgm:t>
        <a:bodyPr/>
        <a:lstStyle/>
        <a:p>
          <a:endParaRPr lang="en-US"/>
        </a:p>
      </dgm:t>
    </dgm:pt>
    <dgm:pt modelId="{28234E3A-4093-4398-8711-659CD3F26895}" type="sibTrans" cxnId="{ED1D8352-16F2-444F-826E-B764D3AF2043}">
      <dgm:prSet/>
      <dgm:spPr/>
      <dgm:t>
        <a:bodyPr/>
        <a:lstStyle/>
        <a:p>
          <a:endParaRPr lang="en-US"/>
        </a:p>
      </dgm:t>
    </dgm:pt>
    <dgm:pt modelId="{A1026EF8-DE30-4D0B-9F9C-ED47C8CF2646}">
      <dgm:prSet/>
      <dgm:spPr/>
      <dgm:t>
        <a:bodyPr/>
        <a:lstStyle/>
        <a:p>
          <a:r>
            <a:rPr lang="en-US"/>
            <a:t>Code organization and modularity</a:t>
          </a:r>
        </a:p>
      </dgm:t>
    </dgm:pt>
    <dgm:pt modelId="{39F32165-B242-4032-98E0-022D99EBE5B2}" type="parTrans" cxnId="{A34D8EF5-7383-4F63-AAC7-F5ED387393C1}">
      <dgm:prSet/>
      <dgm:spPr/>
      <dgm:t>
        <a:bodyPr/>
        <a:lstStyle/>
        <a:p>
          <a:endParaRPr lang="en-US"/>
        </a:p>
      </dgm:t>
    </dgm:pt>
    <dgm:pt modelId="{69E8A41E-4880-442D-BE68-ED5C39BECCA3}" type="sibTrans" cxnId="{A34D8EF5-7383-4F63-AAC7-F5ED387393C1}">
      <dgm:prSet/>
      <dgm:spPr/>
      <dgm:t>
        <a:bodyPr/>
        <a:lstStyle/>
        <a:p>
          <a:endParaRPr lang="en-US"/>
        </a:p>
      </dgm:t>
    </dgm:pt>
    <dgm:pt modelId="{99AA3552-C500-4F42-9EB0-32629BE7E20D}">
      <dgm:prSet/>
      <dgm:spPr/>
      <dgm:t>
        <a:bodyPr/>
        <a:lstStyle/>
        <a:p>
          <a:r>
            <a:rPr lang="en-US"/>
            <a:t>Error handling and debugging</a:t>
          </a:r>
        </a:p>
      </dgm:t>
    </dgm:pt>
    <dgm:pt modelId="{8F6E6387-B9F5-4098-8DC8-D7FDCAF9E44D}" type="parTrans" cxnId="{D0EC8D32-3C29-435D-B099-77DB576C6235}">
      <dgm:prSet/>
      <dgm:spPr/>
      <dgm:t>
        <a:bodyPr/>
        <a:lstStyle/>
        <a:p>
          <a:endParaRPr lang="en-US"/>
        </a:p>
      </dgm:t>
    </dgm:pt>
    <dgm:pt modelId="{50308AAE-0F3F-458E-9397-98CE4561FD33}" type="sibTrans" cxnId="{D0EC8D32-3C29-435D-B099-77DB576C6235}">
      <dgm:prSet/>
      <dgm:spPr/>
      <dgm:t>
        <a:bodyPr/>
        <a:lstStyle/>
        <a:p>
          <a:endParaRPr lang="en-US"/>
        </a:p>
      </dgm:t>
    </dgm:pt>
    <dgm:pt modelId="{33B25B6C-D37C-4D89-9D34-D616D65E58E4}" type="pres">
      <dgm:prSet presAssocID="{BB385173-CEF1-4640-8CB7-036DACA43346}" presName="vert0" presStyleCnt="0">
        <dgm:presLayoutVars>
          <dgm:dir/>
          <dgm:animOne val="branch"/>
          <dgm:animLvl val="lvl"/>
        </dgm:presLayoutVars>
      </dgm:prSet>
      <dgm:spPr/>
    </dgm:pt>
    <dgm:pt modelId="{126215F6-EAA7-426C-972F-C9FF0C3FC130}" type="pres">
      <dgm:prSet presAssocID="{0FDE3B5B-8712-4ECC-8D94-A5FFC6714431}" presName="thickLine" presStyleLbl="alignNode1" presStyleIdx="0" presStyleCnt="11"/>
      <dgm:spPr/>
    </dgm:pt>
    <dgm:pt modelId="{464FD0F8-B9FE-427D-A842-D68C92DF8397}" type="pres">
      <dgm:prSet presAssocID="{0FDE3B5B-8712-4ECC-8D94-A5FFC6714431}" presName="horz1" presStyleCnt="0"/>
      <dgm:spPr/>
    </dgm:pt>
    <dgm:pt modelId="{E4FD80FD-0E23-47C3-8AC2-2B602FB787C5}" type="pres">
      <dgm:prSet presAssocID="{0FDE3B5B-8712-4ECC-8D94-A5FFC6714431}" presName="tx1" presStyleLbl="revTx" presStyleIdx="0" presStyleCnt="11"/>
      <dgm:spPr/>
    </dgm:pt>
    <dgm:pt modelId="{C79C78A2-564C-4125-AAAA-064119D29808}" type="pres">
      <dgm:prSet presAssocID="{0FDE3B5B-8712-4ECC-8D94-A5FFC6714431}" presName="vert1" presStyleCnt="0"/>
      <dgm:spPr/>
    </dgm:pt>
    <dgm:pt modelId="{35FF3990-18BB-4731-874E-12319BED59DE}" type="pres">
      <dgm:prSet presAssocID="{B7237D1F-74BD-49C5-8C6A-CFC3CC562778}" presName="thickLine" presStyleLbl="alignNode1" presStyleIdx="1" presStyleCnt="11"/>
      <dgm:spPr/>
    </dgm:pt>
    <dgm:pt modelId="{11575AB0-C254-4225-8A55-DC10A1F4885F}" type="pres">
      <dgm:prSet presAssocID="{B7237D1F-74BD-49C5-8C6A-CFC3CC562778}" presName="horz1" presStyleCnt="0"/>
      <dgm:spPr/>
    </dgm:pt>
    <dgm:pt modelId="{BE2CBC97-890C-47A3-ADC9-371738CE6E09}" type="pres">
      <dgm:prSet presAssocID="{B7237D1F-74BD-49C5-8C6A-CFC3CC562778}" presName="tx1" presStyleLbl="revTx" presStyleIdx="1" presStyleCnt="11"/>
      <dgm:spPr/>
    </dgm:pt>
    <dgm:pt modelId="{B594511E-1931-4FD7-868F-D6847C2C212F}" type="pres">
      <dgm:prSet presAssocID="{B7237D1F-74BD-49C5-8C6A-CFC3CC562778}" presName="vert1" presStyleCnt="0"/>
      <dgm:spPr/>
    </dgm:pt>
    <dgm:pt modelId="{B9C9E130-3450-433A-A378-8B6D1E31E124}" type="pres">
      <dgm:prSet presAssocID="{50304078-CC9A-47BF-BD99-1B10BCAFE95F}" presName="thickLine" presStyleLbl="alignNode1" presStyleIdx="2" presStyleCnt="11"/>
      <dgm:spPr/>
    </dgm:pt>
    <dgm:pt modelId="{4C119143-2210-4F8F-A2DA-0BFE9964DBA3}" type="pres">
      <dgm:prSet presAssocID="{50304078-CC9A-47BF-BD99-1B10BCAFE95F}" presName="horz1" presStyleCnt="0"/>
      <dgm:spPr/>
    </dgm:pt>
    <dgm:pt modelId="{E1D0B00C-A8DB-4FD4-A189-09D83A5F65A9}" type="pres">
      <dgm:prSet presAssocID="{50304078-CC9A-47BF-BD99-1B10BCAFE95F}" presName="tx1" presStyleLbl="revTx" presStyleIdx="2" presStyleCnt="11"/>
      <dgm:spPr/>
    </dgm:pt>
    <dgm:pt modelId="{67E9B048-D2C5-4FAD-BC9C-5027196F9709}" type="pres">
      <dgm:prSet presAssocID="{50304078-CC9A-47BF-BD99-1B10BCAFE95F}" presName="vert1" presStyleCnt="0"/>
      <dgm:spPr/>
    </dgm:pt>
    <dgm:pt modelId="{76D59CAF-6955-4852-B2C8-8160EFDE309B}" type="pres">
      <dgm:prSet presAssocID="{49A57BBA-0572-4275-BD4A-754FB405EA1C}" presName="thickLine" presStyleLbl="alignNode1" presStyleIdx="3" presStyleCnt="11"/>
      <dgm:spPr/>
    </dgm:pt>
    <dgm:pt modelId="{B050DFB2-AD6E-4403-9310-BF61B706C409}" type="pres">
      <dgm:prSet presAssocID="{49A57BBA-0572-4275-BD4A-754FB405EA1C}" presName="horz1" presStyleCnt="0"/>
      <dgm:spPr/>
    </dgm:pt>
    <dgm:pt modelId="{7FC8ED2B-C162-4475-901B-87998FC2F6D7}" type="pres">
      <dgm:prSet presAssocID="{49A57BBA-0572-4275-BD4A-754FB405EA1C}" presName="tx1" presStyleLbl="revTx" presStyleIdx="3" presStyleCnt="11"/>
      <dgm:spPr/>
    </dgm:pt>
    <dgm:pt modelId="{EF7B7A55-15E6-4A15-8D13-10E2D8555240}" type="pres">
      <dgm:prSet presAssocID="{49A57BBA-0572-4275-BD4A-754FB405EA1C}" presName="vert1" presStyleCnt="0"/>
      <dgm:spPr/>
    </dgm:pt>
    <dgm:pt modelId="{462C0B1B-48A6-44D8-BF26-384AC27ABEB4}" type="pres">
      <dgm:prSet presAssocID="{EE2B1E16-2B12-44E1-910E-AA18332913BE}" presName="thickLine" presStyleLbl="alignNode1" presStyleIdx="4" presStyleCnt="11"/>
      <dgm:spPr/>
    </dgm:pt>
    <dgm:pt modelId="{30E9ECF6-1AF4-4F0F-9D9D-A097216B65AB}" type="pres">
      <dgm:prSet presAssocID="{EE2B1E16-2B12-44E1-910E-AA18332913BE}" presName="horz1" presStyleCnt="0"/>
      <dgm:spPr/>
    </dgm:pt>
    <dgm:pt modelId="{BE738561-B18D-46F9-9D0C-AB9E361152CF}" type="pres">
      <dgm:prSet presAssocID="{EE2B1E16-2B12-44E1-910E-AA18332913BE}" presName="tx1" presStyleLbl="revTx" presStyleIdx="4" presStyleCnt="11"/>
      <dgm:spPr/>
    </dgm:pt>
    <dgm:pt modelId="{28574F81-567A-4F81-A297-E7E28695C845}" type="pres">
      <dgm:prSet presAssocID="{EE2B1E16-2B12-44E1-910E-AA18332913BE}" presName="vert1" presStyleCnt="0"/>
      <dgm:spPr/>
    </dgm:pt>
    <dgm:pt modelId="{E4941531-87BA-4358-80D9-B12FE5627EAA}" type="pres">
      <dgm:prSet presAssocID="{912FFFAA-CA05-4C2F-8837-C2B1B4C70942}" presName="thickLine" presStyleLbl="alignNode1" presStyleIdx="5" presStyleCnt="11"/>
      <dgm:spPr/>
    </dgm:pt>
    <dgm:pt modelId="{754AD6C9-E6E6-4A31-A661-B8AA55028B01}" type="pres">
      <dgm:prSet presAssocID="{912FFFAA-CA05-4C2F-8837-C2B1B4C70942}" presName="horz1" presStyleCnt="0"/>
      <dgm:spPr/>
    </dgm:pt>
    <dgm:pt modelId="{DB13691E-F013-47D8-8954-D62EA5E5E9C4}" type="pres">
      <dgm:prSet presAssocID="{912FFFAA-CA05-4C2F-8837-C2B1B4C70942}" presName="tx1" presStyleLbl="revTx" presStyleIdx="5" presStyleCnt="11"/>
      <dgm:spPr/>
    </dgm:pt>
    <dgm:pt modelId="{E55BB819-D108-4393-8BE4-39F40366D384}" type="pres">
      <dgm:prSet presAssocID="{912FFFAA-CA05-4C2F-8837-C2B1B4C70942}" presName="vert1" presStyleCnt="0"/>
      <dgm:spPr/>
    </dgm:pt>
    <dgm:pt modelId="{4C9E0542-AB41-4C47-A4CA-72E726FDACCA}" type="pres">
      <dgm:prSet presAssocID="{16E2BB32-FBF1-47BE-89AD-647E360A9E1A}" presName="thickLine" presStyleLbl="alignNode1" presStyleIdx="6" presStyleCnt="11"/>
      <dgm:spPr/>
    </dgm:pt>
    <dgm:pt modelId="{CA2E3D94-71F5-499C-AD72-8AA874DAC472}" type="pres">
      <dgm:prSet presAssocID="{16E2BB32-FBF1-47BE-89AD-647E360A9E1A}" presName="horz1" presStyleCnt="0"/>
      <dgm:spPr/>
    </dgm:pt>
    <dgm:pt modelId="{5CAF6E90-092B-40F1-BC28-2BF606C65B00}" type="pres">
      <dgm:prSet presAssocID="{16E2BB32-FBF1-47BE-89AD-647E360A9E1A}" presName="tx1" presStyleLbl="revTx" presStyleIdx="6" presStyleCnt="11"/>
      <dgm:spPr/>
    </dgm:pt>
    <dgm:pt modelId="{AB548B0A-38FD-4683-806D-D070DDA984A8}" type="pres">
      <dgm:prSet presAssocID="{16E2BB32-FBF1-47BE-89AD-647E360A9E1A}" presName="vert1" presStyleCnt="0"/>
      <dgm:spPr/>
    </dgm:pt>
    <dgm:pt modelId="{EB2D5F26-7597-4770-BACA-2A5C4D86A6F5}" type="pres">
      <dgm:prSet presAssocID="{9A23192A-13F7-4F13-82FB-56FC1FD3A46B}" presName="thickLine" presStyleLbl="alignNode1" presStyleIdx="7" presStyleCnt="11"/>
      <dgm:spPr/>
    </dgm:pt>
    <dgm:pt modelId="{EA270AA3-4DF7-4963-B288-796A78A9577C}" type="pres">
      <dgm:prSet presAssocID="{9A23192A-13F7-4F13-82FB-56FC1FD3A46B}" presName="horz1" presStyleCnt="0"/>
      <dgm:spPr/>
    </dgm:pt>
    <dgm:pt modelId="{09CA4F57-0DAF-4356-A531-68E0C1886700}" type="pres">
      <dgm:prSet presAssocID="{9A23192A-13F7-4F13-82FB-56FC1FD3A46B}" presName="tx1" presStyleLbl="revTx" presStyleIdx="7" presStyleCnt="11"/>
      <dgm:spPr/>
    </dgm:pt>
    <dgm:pt modelId="{56EE808B-D475-41AC-A0B4-7BDAB44CADF9}" type="pres">
      <dgm:prSet presAssocID="{9A23192A-13F7-4F13-82FB-56FC1FD3A46B}" presName="vert1" presStyleCnt="0"/>
      <dgm:spPr/>
    </dgm:pt>
    <dgm:pt modelId="{4E46818A-F58E-4F18-8721-718A2DF17F94}" type="pres">
      <dgm:prSet presAssocID="{1F43EB1A-A12A-4362-854B-E9ED2D6E8A3A}" presName="thickLine" presStyleLbl="alignNode1" presStyleIdx="8" presStyleCnt="11"/>
      <dgm:spPr/>
    </dgm:pt>
    <dgm:pt modelId="{E6F526C4-4013-4E2D-AE64-BFD1D35DA920}" type="pres">
      <dgm:prSet presAssocID="{1F43EB1A-A12A-4362-854B-E9ED2D6E8A3A}" presName="horz1" presStyleCnt="0"/>
      <dgm:spPr/>
    </dgm:pt>
    <dgm:pt modelId="{CD227907-0C47-4DDA-A7D8-E8B15D6F3755}" type="pres">
      <dgm:prSet presAssocID="{1F43EB1A-A12A-4362-854B-E9ED2D6E8A3A}" presName="tx1" presStyleLbl="revTx" presStyleIdx="8" presStyleCnt="11"/>
      <dgm:spPr/>
    </dgm:pt>
    <dgm:pt modelId="{74ED4EA1-1787-49CE-9035-DD69D0F938E4}" type="pres">
      <dgm:prSet presAssocID="{1F43EB1A-A12A-4362-854B-E9ED2D6E8A3A}" presName="vert1" presStyleCnt="0"/>
      <dgm:spPr/>
    </dgm:pt>
    <dgm:pt modelId="{C17761E7-37FA-48C4-A875-44C8895876A9}" type="pres">
      <dgm:prSet presAssocID="{A1026EF8-DE30-4D0B-9F9C-ED47C8CF2646}" presName="thickLine" presStyleLbl="alignNode1" presStyleIdx="9" presStyleCnt="11"/>
      <dgm:spPr/>
    </dgm:pt>
    <dgm:pt modelId="{11F8829C-746B-484D-B8E1-1D3E4D02EEC1}" type="pres">
      <dgm:prSet presAssocID="{A1026EF8-DE30-4D0B-9F9C-ED47C8CF2646}" presName="horz1" presStyleCnt="0"/>
      <dgm:spPr/>
    </dgm:pt>
    <dgm:pt modelId="{612C0D13-FB1C-4835-9619-37E4E696F733}" type="pres">
      <dgm:prSet presAssocID="{A1026EF8-DE30-4D0B-9F9C-ED47C8CF2646}" presName="tx1" presStyleLbl="revTx" presStyleIdx="9" presStyleCnt="11"/>
      <dgm:spPr/>
    </dgm:pt>
    <dgm:pt modelId="{E495693C-DC60-4C00-A623-F13FB71F97B7}" type="pres">
      <dgm:prSet presAssocID="{A1026EF8-DE30-4D0B-9F9C-ED47C8CF2646}" presName="vert1" presStyleCnt="0"/>
      <dgm:spPr/>
    </dgm:pt>
    <dgm:pt modelId="{5685BDE1-5A45-44CD-9EF1-6FC7764A1294}" type="pres">
      <dgm:prSet presAssocID="{99AA3552-C500-4F42-9EB0-32629BE7E20D}" presName="thickLine" presStyleLbl="alignNode1" presStyleIdx="10" presStyleCnt="11"/>
      <dgm:spPr/>
    </dgm:pt>
    <dgm:pt modelId="{A75BD6CF-B6B8-4949-9A32-27932876F346}" type="pres">
      <dgm:prSet presAssocID="{99AA3552-C500-4F42-9EB0-32629BE7E20D}" presName="horz1" presStyleCnt="0"/>
      <dgm:spPr/>
    </dgm:pt>
    <dgm:pt modelId="{D55A71F3-1BAD-4543-B0FE-EFB90F5D7C21}" type="pres">
      <dgm:prSet presAssocID="{99AA3552-C500-4F42-9EB0-32629BE7E20D}" presName="tx1" presStyleLbl="revTx" presStyleIdx="10" presStyleCnt="11"/>
      <dgm:spPr/>
    </dgm:pt>
    <dgm:pt modelId="{5ADD08EC-D239-4B9D-ACE9-8CA3A97EDEFA}" type="pres">
      <dgm:prSet presAssocID="{99AA3552-C500-4F42-9EB0-32629BE7E20D}" presName="vert1" presStyleCnt="0"/>
      <dgm:spPr/>
    </dgm:pt>
  </dgm:ptLst>
  <dgm:cxnLst>
    <dgm:cxn modelId="{4D99AA07-3F72-4A81-BC0D-67B638158CE8}" type="presOf" srcId="{912FFFAA-CA05-4C2F-8837-C2B1B4C70942}" destId="{DB13691E-F013-47D8-8954-D62EA5E5E9C4}" srcOrd="0" destOrd="0" presId="urn:microsoft.com/office/officeart/2008/layout/LinedList"/>
    <dgm:cxn modelId="{EDE61913-5BB5-4402-9CD9-2FD856AF6F1B}" type="presOf" srcId="{B7237D1F-74BD-49C5-8C6A-CFC3CC562778}" destId="{BE2CBC97-890C-47A3-ADC9-371738CE6E09}" srcOrd="0" destOrd="0" presId="urn:microsoft.com/office/officeart/2008/layout/LinedList"/>
    <dgm:cxn modelId="{52717520-C8F2-46C7-B04F-03B7814D9116}" srcId="{BB385173-CEF1-4640-8CB7-036DACA43346}" destId="{912FFFAA-CA05-4C2F-8837-C2B1B4C70942}" srcOrd="5" destOrd="0" parTransId="{736F77BE-8E3E-43B8-99CC-25393BD2C212}" sibTransId="{9D252754-F85A-40AC-AFA7-729D47CEEE6B}"/>
    <dgm:cxn modelId="{D0EC8D32-3C29-435D-B099-77DB576C6235}" srcId="{BB385173-CEF1-4640-8CB7-036DACA43346}" destId="{99AA3552-C500-4F42-9EB0-32629BE7E20D}" srcOrd="10" destOrd="0" parTransId="{8F6E6387-B9F5-4098-8DC8-D7FDCAF9E44D}" sibTransId="{50308AAE-0F3F-458E-9397-98CE4561FD33}"/>
    <dgm:cxn modelId="{50EBA434-F62B-441D-9441-23B173896B97}" srcId="{BB385173-CEF1-4640-8CB7-036DACA43346}" destId="{B7237D1F-74BD-49C5-8C6A-CFC3CC562778}" srcOrd="1" destOrd="0" parTransId="{38F8BA07-0BA1-470F-BE43-1FC87C72857C}" sibTransId="{F45436E7-4717-448C-9C81-2819F62EB7B4}"/>
    <dgm:cxn modelId="{5699135C-3E32-4611-B6BD-B7BD7C84B3E6}" srcId="{BB385173-CEF1-4640-8CB7-036DACA43346}" destId="{EE2B1E16-2B12-44E1-910E-AA18332913BE}" srcOrd="4" destOrd="0" parTransId="{E26B010C-F755-465D-AF98-69E860AB4914}" sibTransId="{F1A915DB-085B-4682-A4A2-22D798B33BFE}"/>
    <dgm:cxn modelId="{40856B6F-C1FA-403B-A831-3317D7EC5004}" type="presOf" srcId="{0FDE3B5B-8712-4ECC-8D94-A5FFC6714431}" destId="{E4FD80FD-0E23-47C3-8AC2-2B602FB787C5}" srcOrd="0" destOrd="0" presId="urn:microsoft.com/office/officeart/2008/layout/LinedList"/>
    <dgm:cxn modelId="{FE9D3B50-52D7-41DF-AE94-B9DC227C207B}" srcId="{BB385173-CEF1-4640-8CB7-036DACA43346}" destId="{50304078-CC9A-47BF-BD99-1B10BCAFE95F}" srcOrd="2" destOrd="0" parTransId="{E49FAD86-0EA5-4D6E-8C4B-4B922209027C}" sibTransId="{7E4D6BEB-2D38-4EFF-9253-C359A83B3E9D}"/>
    <dgm:cxn modelId="{6A268F70-F8F6-4FEF-9609-F2D38332A2EB}" type="presOf" srcId="{A1026EF8-DE30-4D0B-9F9C-ED47C8CF2646}" destId="{612C0D13-FB1C-4835-9619-37E4E696F733}" srcOrd="0" destOrd="0" presId="urn:microsoft.com/office/officeart/2008/layout/LinedList"/>
    <dgm:cxn modelId="{ED1D8352-16F2-444F-826E-B764D3AF2043}" srcId="{BB385173-CEF1-4640-8CB7-036DACA43346}" destId="{1F43EB1A-A12A-4362-854B-E9ED2D6E8A3A}" srcOrd="8" destOrd="0" parTransId="{E81AFD10-88F5-4846-BDE0-6CDDED6B297A}" sibTransId="{28234E3A-4093-4398-8711-659CD3F26895}"/>
    <dgm:cxn modelId="{4A4CDC7C-41CF-4578-90D4-DA16AA419680}" srcId="{BB385173-CEF1-4640-8CB7-036DACA43346}" destId="{49A57BBA-0572-4275-BD4A-754FB405EA1C}" srcOrd="3" destOrd="0" parTransId="{809B8195-34E8-4310-A6C0-BD3720453F78}" sibTransId="{A2232802-88DA-4D45-8445-89DB2868D0B9}"/>
    <dgm:cxn modelId="{6860A495-99C9-4BA7-AFDD-682DFFADF698}" type="presOf" srcId="{1F43EB1A-A12A-4362-854B-E9ED2D6E8A3A}" destId="{CD227907-0C47-4DDA-A7D8-E8B15D6F3755}" srcOrd="0" destOrd="0" presId="urn:microsoft.com/office/officeart/2008/layout/LinedList"/>
    <dgm:cxn modelId="{36B495A4-A0B1-44DB-8771-A7EADFE37B80}" type="presOf" srcId="{BB385173-CEF1-4640-8CB7-036DACA43346}" destId="{33B25B6C-D37C-4D89-9D34-D616D65E58E4}" srcOrd="0" destOrd="0" presId="urn:microsoft.com/office/officeart/2008/layout/LinedList"/>
    <dgm:cxn modelId="{B53AF7A9-D6C9-4855-8713-5B1498FB4A86}" type="presOf" srcId="{EE2B1E16-2B12-44E1-910E-AA18332913BE}" destId="{BE738561-B18D-46F9-9D0C-AB9E361152CF}" srcOrd="0" destOrd="0" presId="urn:microsoft.com/office/officeart/2008/layout/LinedList"/>
    <dgm:cxn modelId="{849A28B1-16D0-4A61-A1AE-7053433D7E13}" type="presOf" srcId="{99AA3552-C500-4F42-9EB0-32629BE7E20D}" destId="{D55A71F3-1BAD-4543-B0FE-EFB90F5D7C21}" srcOrd="0" destOrd="0" presId="urn:microsoft.com/office/officeart/2008/layout/LinedList"/>
    <dgm:cxn modelId="{F059F5B5-7049-4406-9E1D-FF9EE728D747}" type="presOf" srcId="{16E2BB32-FBF1-47BE-89AD-647E360A9E1A}" destId="{5CAF6E90-092B-40F1-BC28-2BF606C65B00}" srcOrd="0" destOrd="0" presId="urn:microsoft.com/office/officeart/2008/layout/LinedList"/>
    <dgm:cxn modelId="{58B005B8-C8B4-463F-BA20-5E744709265A}" srcId="{BB385173-CEF1-4640-8CB7-036DACA43346}" destId="{9A23192A-13F7-4F13-82FB-56FC1FD3A46B}" srcOrd="7" destOrd="0" parTransId="{9D8B5C3D-B783-4B07-9EF2-0C97FE13D009}" sibTransId="{B3095754-EF63-41F1-9E02-C00A028C48CC}"/>
    <dgm:cxn modelId="{EB7445B8-4CC8-462B-A895-11D3AD99D304}" type="presOf" srcId="{49A57BBA-0572-4275-BD4A-754FB405EA1C}" destId="{7FC8ED2B-C162-4475-901B-87998FC2F6D7}" srcOrd="0" destOrd="0" presId="urn:microsoft.com/office/officeart/2008/layout/LinedList"/>
    <dgm:cxn modelId="{CF4EA0BF-1CBD-4676-A468-708FDF641678}" type="presOf" srcId="{50304078-CC9A-47BF-BD99-1B10BCAFE95F}" destId="{E1D0B00C-A8DB-4FD4-A189-09D83A5F65A9}" srcOrd="0" destOrd="0" presId="urn:microsoft.com/office/officeart/2008/layout/LinedList"/>
    <dgm:cxn modelId="{1FB804CC-9CB3-4991-BEC1-E61367A028E2}" srcId="{BB385173-CEF1-4640-8CB7-036DACA43346}" destId="{0FDE3B5B-8712-4ECC-8D94-A5FFC6714431}" srcOrd="0" destOrd="0" parTransId="{270552FA-2C60-475D-9A36-971AC16A7842}" sibTransId="{F20DFBCC-5878-4AFF-9F28-0B86C311EC0A}"/>
    <dgm:cxn modelId="{FAA27BDB-BA51-47E6-871B-E26A957E4A7C}" srcId="{BB385173-CEF1-4640-8CB7-036DACA43346}" destId="{16E2BB32-FBF1-47BE-89AD-647E360A9E1A}" srcOrd="6" destOrd="0" parTransId="{206B4C10-0CDE-446C-996D-96EC661D6C2C}" sibTransId="{3C756529-C358-410F-9CA2-26C5063D7EDD}"/>
    <dgm:cxn modelId="{D9F581EC-6236-4CB7-9107-1E643CFA3104}" type="presOf" srcId="{9A23192A-13F7-4F13-82FB-56FC1FD3A46B}" destId="{09CA4F57-0DAF-4356-A531-68E0C1886700}" srcOrd="0" destOrd="0" presId="urn:microsoft.com/office/officeart/2008/layout/LinedList"/>
    <dgm:cxn modelId="{A34D8EF5-7383-4F63-AAC7-F5ED387393C1}" srcId="{BB385173-CEF1-4640-8CB7-036DACA43346}" destId="{A1026EF8-DE30-4D0B-9F9C-ED47C8CF2646}" srcOrd="9" destOrd="0" parTransId="{39F32165-B242-4032-98E0-022D99EBE5B2}" sibTransId="{69E8A41E-4880-442D-BE68-ED5C39BECCA3}"/>
    <dgm:cxn modelId="{5B42F33A-9993-4236-B2FB-3091F6F927BB}" type="presParOf" srcId="{33B25B6C-D37C-4D89-9D34-D616D65E58E4}" destId="{126215F6-EAA7-426C-972F-C9FF0C3FC130}" srcOrd="0" destOrd="0" presId="urn:microsoft.com/office/officeart/2008/layout/LinedList"/>
    <dgm:cxn modelId="{84B1D7EC-C802-44AA-82D1-5A3D06FEF90C}" type="presParOf" srcId="{33B25B6C-D37C-4D89-9D34-D616D65E58E4}" destId="{464FD0F8-B9FE-427D-A842-D68C92DF8397}" srcOrd="1" destOrd="0" presId="urn:microsoft.com/office/officeart/2008/layout/LinedList"/>
    <dgm:cxn modelId="{D5D5BB0D-DC5D-4D2F-99F3-62850B032E9A}" type="presParOf" srcId="{464FD0F8-B9FE-427D-A842-D68C92DF8397}" destId="{E4FD80FD-0E23-47C3-8AC2-2B602FB787C5}" srcOrd="0" destOrd="0" presId="urn:microsoft.com/office/officeart/2008/layout/LinedList"/>
    <dgm:cxn modelId="{C51ED7E3-3C18-4067-9B5C-6066823D76E4}" type="presParOf" srcId="{464FD0F8-B9FE-427D-A842-D68C92DF8397}" destId="{C79C78A2-564C-4125-AAAA-064119D29808}" srcOrd="1" destOrd="0" presId="urn:microsoft.com/office/officeart/2008/layout/LinedList"/>
    <dgm:cxn modelId="{CB9C9AA5-86E6-4602-A0E7-38B9CD6916D9}" type="presParOf" srcId="{33B25B6C-D37C-4D89-9D34-D616D65E58E4}" destId="{35FF3990-18BB-4731-874E-12319BED59DE}" srcOrd="2" destOrd="0" presId="urn:microsoft.com/office/officeart/2008/layout/LinedList"/>
    <dgm:cxn modelId="{9F61C719-1E3E-4AF9-A84C-959249EB9A86}" type="presParOf" srcId="{33B25B6C-D37C-4D89-9D34-D616D65E58E4}" destId="{11575AB0-C254-4225-8A55-DC10A1F4885F}" srcOrd="3" destOrd="0" presId="urn:microsoft.com/office/officeart/2008/layout/LinedList"/>
    <dgm:cxn modelId="{A3B18845-2C79-4AE8-A83C-3DD2BD321095}" type="presParOf" srcId="{11575AB0-C254-4225-8A55-DC10A1F4885F}" destId="{BE2CBC97-890C-47A3-ADC9-371738CE6E09}" srcOrd="0" destOrd="0" presId="urn:microsoft.com/office/officeart/2008/layout/LinedList"/>
    <dgm:cxn modelId="{F7FE052C-8F4F-4385-B56C-9BBF0A8B8993}" type="presParOf" srcId="{11575AB0-C254-4225-8A55-DC10A1F4885F}" destId="{B594511E-1931-4FD7-868F-D6847C2C212F}" srcOrd="1" destOrd="0" presId="urn:microsoft.com/office/officeart/2008/layout/LinedList"/>
    <dgm:cxn modelId="{2311B829-C426-4B65-8ADF-A9DA94517DFE}" type="presParOf" srcId="{33B25B6C-D37C-4D89-9D34-D616D65E58E4}" destId="{B9C9E130-3450-433A-A378-8B6D1E31E124}" srcOrd="4" destOrd="0" presId="urn:microsoft.com/office/officeart/2008/layout/LinedList"/>
    <dgm:cxn modelId="{6CD893EE-7489-4860-A819-F205318855A6}" type="presParOf" srcId="{33B25B6C-D37C-4D89-9D34-D616D65E58E4}" destId="{4C119143-2210-4F8F-A2DA-0BFE9964DBA3}" srcOrd="5" destOrd="0" presId="urn:microsoft.com/office/officeart/2008/layout/LinedList"/>
    <dgm:cxn modelId="{FE299EB5-0532-4C96-84BD-A5BA6A6DB1A6}" type="presParOf" srcId="{4C119143-2210-4F8F-A2DA-0BFE9964DBA3}" destId="{E1D0B00C-A8DB-4FD4-A189-09D83A5F65A9}" srcOrd="0" destOrd="0" presId="urn:microsoft.com/office/officeart/2008/layout/LinedList"/>
    <dgm:cxn modelId="{B7AAA820-ACEE-43E2-9080-B46FBBDC10DC}" type="presParOf" srcId="{4C119143-2210-4F8F-A2DA-0BFE9964DBA3}" destId="{67E9B048-D2C5-4FAD-BC9C-5027196F9709}" srcOrd="1" destOrd="0" presId="urn:microsoft.com/office/officeart/2008/layout/LinedList"/>
    <dgm:cxn modelId="{97BA2929-4493-4491-BB75-93538ABEF676}" type="presParOf" srcId="{33B25B6C-D37C-4D89-9D34-D616D65E58E4}" destId="{76D59CAF-6955-4852-B2C8-8160EFDE309B}" srcOrd="6" destOrd="0" presId="urn:microsoft.com/office/officeart/2008/layout/LinedList"/>
    <dgm:cxn modelId="{550770C7-3322-4807-B397-A4783EC00735}" type="presParOf" srcId="{33B25B6C-D37C-4D89-9D34-D616D65E58E4}" destId="{B050DFB2-AD6E-4403-9310-BF61B706C409}" srcOrd="7" destOrd="0" presId="urn:microsoft.com/office/officeart/2008/layout/LinedList"/>
    <dgm:cxn modelId="{9DA629BF-3A9C-4A36-8A33-9E4BCBD32532}" type="presParOf" srcId="{B050DFB2-AD6E-4403-9310-BF61B706C409}" destId="{7FC8ED2B-C162-4475-901B-87998FC2F6D7}" srcOrd="0" destOrd="0" presId="urn:microsoft.com/office/officeart/2008/layout/LinedList"/>
    <dgm:cxn modelId="{6F2C0F5C-6EAB-422A-A5BC-5F2BF048045D}" type="presParOf" srcId="{B050DFB2-AD6E-4403-9310-BF61B706C409}" destId="{EF7B7A55-15E6-4A15-8D13-10E2D8555240}" srcOrd="1" destOrd="0" presId="urn:microsoft.com/office/officeart/2008/layout/LinedList"/>
    <dgm:cxn modelId="{CB2712F1-6100-4F32-869C-641828958244}" type="presParOf" srcId="{33B25B6C-D37C-4D89-9D34-D616D65E58E4}" destId="{462C0B1B-48A6-44D8-BF26-384AC27ABEB4}" srcOrd="8" destOrd="0" presId="urn:microsoft.com/office/officeart/2008/layout/LinedList"/>
    <dgm:cxn modelId="{AA54446D-E5F5-46DB-95CB-E093A799468D}" type="presParOf" srcId="{33B25B6C-D37C-4D89-9D34-D616D65E58E4}" destId="{30E9ECF6-1AF4-4F0F-9D9D-A097216B65AB}" srcOrd="9" destOrd="0" presId="urn:microsoft.com/office/officeart/2008/layout/LinedList"/>
    <dgm:cxn modelId="{0E4A7DB8-0831-4B73-B603-AF2B97F5F70C}" type="presParOf" srcId="{30E9ECF6-1AF4-4F0F-9D9D-A097216B65AB}" destId="{BE738561-B18D-46F9-9D0C-AB9E361152CF}" srcOrd="0" destOrd="0" presId="urn:microsoft.com/office/officeart/2008/layout/LinedList"/>
    <dgm:cxn modelId="{BE1AB6F0-150C-4D27-B6E6-90F9F714A8A7}" type="presParOf" srcId="{30E9ECF6-1AF4-4F0F-9D9D-A097216B65AB}" destId="{28574F81-567A-4F81-A297-E7E28695C845}" srcOrd="1" destOrd="0" presId="urn:microsoft.com/office/officeart/2008/layout/LinedList"/>
    <dgm:cxn modelId="{B8358619-AAED-4D77-9923-654AEFD22C0E}" type="presParOf" srcId="{33B25B6C-D37C-4D89-9D34-D616D65E58E4}" destId="{E4941531-87BA-4358-80D9-B12FE5627EAA}" srcOrd="10" destOrd="0" presId="urn:microsoft.com/office/officeart/2008/layout/LinedList"/>
    <dgm:cxn modelId="{C77770D1-3149-4A4B-BE64-DFC1B03B8F7D}" type="presParOf" srcId="{33B25B6C-D37C-4D89-9D34-D616D65E58E4}" destId="{754AD6C9-E6E6-4A31-A661-B8AA55028B01}" srcOrd="11" destOrd="0" presId="urn:microsoft.com/office/officeart/2008/layout/LinedList"/>
    <dgm:cxn modelId="{6D869D13-1A97-42EC-9B12-C508CDCF2F0C}" type="presParOf" srcId="{754AD6C9-E6E6-4A31-A661-B8AA55028B01}" destId="{DB13691E-F013-47D8-8954-D62EA5E5E9C4}" srcOrd="0" destOrd="0" presId="urn:microsoft.com/office/officeart/2008/layout/LinedList"/>
    <dgm:cxn modelId="{4A7865BB-2CE2-4606-B561-6EBB7492CFC6}" type="presParOf" srcId="{754AD6C9-E6E6-4A31-A661-B8AA55028B01}" destId="{E55BB819-D108-4393-8BE4-39F40366D384}" srcOrd="1" destOrd="0" presId="urn:microsoft.com/office/officeart/2008/layout/LinedList"/>
    <dgm:cxn modelId="{B816842E-E850-4D52-9CF4-8885AADA40FD}" type="presParOf" srcId="{33B25B6C-D37C-4D89-9D34-D616D65E58E4}" destId="{4C9E0542-AB41-4C47-A4CA-72E726FDACCA}" srcOrd="12" destOrd="0" presId="urn:microsoft.com/office/officeart/2008/layout/LinedList"/>
    <dgm:cxn modelId="{B4545799-A2ED-4F56-BB7A-27382F5204AC}" type="presParOf" srcId="{33B25B6C-D37C-4D89-9D34-D616D65E58E4}" destId="{CA2E3D94-71F5-499C-AD72-8AA874DAC472}" srcOrd="13" destOrd="0" presId="urn:microsoft.com/office/officeart/2008/layout/LinedList"/>
    <dgm:cxn modelId="{0D2EB41E-4311-4FA8-B845-2415A83B751C}" type="presParOf" srcId="{CA2E3D94-71F5-499C-AD72-8AA874DAC472}" destId="{5CAF6E90-092B-40F1-BC28-2BF606C65B00}" srcOrd="0" destOrd="0" presId="urn:microsoft.com/office/officeart/2008/layout/LinedList"/>
    <dgm:cxn modelId="{5A0C9BC6-ABDE-4C71-B5DF-023195C17244}" type="presParOf" srcId="{CA2E3D94-71F5-499C-AD72-8AA874DAC472}" destId="{AB548B0A-38FD-4683-806D-D070DDA984A8}" srcOrd="1" destOrd="0" presId="urn:microsoft.com/office/officeart/2008/layout/LinedList"/>
    <dgm:cxn modelId="{BC93FD74-EA97-4C40-9A98-0A8FB6BD3B0C}" type="presParOf" srcId="{33B25B6C-D37C-4D89-9D34-D616D65E58E4}" destId="{EB2D5F26-7597-4770-BACA-2A5C4D86A6F5}" srcOrd="14" destOrd="0" presId="urn:microsoft.com/office/officeart/2008/layout/LinedList"/>
    <dgm:cxn modelId="{37904C98-1D99-4B13-A3BE-495B928DEEAA}" type="presParOf" srcId="{33B25B6C-D37C-4D89-9D34-D616D65E58E4}" destId="{EA270AA3-4DF7-4963-B288-796A78A9577C}" srcOrd="15" destOrd="0" presId="urn:microsoft.com/office/officeart/2008/layout/LinedList"/>
    <dgm:cxn modelId="{1B86A6BE-6E50-4854-9485-C5672B9EDEBC}" type="presParOf" srcId="{EA270AA3-4DF7-4963-B288-796A78A9577C}" destId="{09CA4F57-0DAF-4356-A531-68E0C1886700}" srcOrd="0" destOrd="0" presId="urn:microsoft.com/office/officeart/2008/layout/LinedList"/>
    <dgm:cxn modelId="{AAB97C19-D65F-4074-AA4E-EC4328E9ABF6}" type="presParOf" srcId="{EA270AA3-4DF7-4963-B288-796A78A9577C}" destId="{56EE808B-D475-41AC-A0B4-7BDAB44CADF9}" srcOrd="1" destOrd="0" presId="urn:microsoft.com/office/officeart/2008/layout/LinedList"/>
    <dgm:cxn modelId="{0A831290-2FE2-4C79-A242-8124F668D663}" type="presParOf" srcId="{33B25B6C-D37C-4D89-9D34-D616D65E58E4}" destId="{4E46818A-F58E-4F18-8721-718A2DF17F94}" srcOrd="16" destOrd="0" presId="urn:microsoft.com/office/officeart/2008/layout/LinedList"/>
    <dgm:cxn modelId="{99295C0C-7913-4F3C-A617-303374B6B427}" type="presParOf" srcId="{33B25B6C-D37C-4D89-9D34-D616D65E58E4}" destId="{E6F526C4-4013-4E2D-AE64-BFD1D35DA920}" srcOrd="17" destOrd="0" presId="urn:microsoft.com/office/officeart/2008/layout/LinedList"/>
    <dgm:cxn modelId="{BDFC1245-BB75-43E1-85B5-E5F4FD6829CA}" type="presParOf" srcId="{E6F526C4-4013-4E2D-AE64-BFD1D35DA920}" destId="{CD227907-0C47-4DDA-A7D8-E8B15D6F3755}" srcOrd="0" destOrd="0" presId="urn:microsoft.com/office/officeart/2008/layout/LinedList"/>
    <dgm:cxn modelId="{E0057A1B-43C1-4FF0-9F79-33217B67A47C}" type="presParOf" srcId="{E6F526C4-4013-4E2D-AE64-BFD1D35DA920}" destId="{74ED4EA1-1787-49CE-9035-DD69D0F938E4}" srcOrd="1" destOrd="0" presId="urn:microsoft.com/office/officeart/2008/layout/LinedList"/>
    <dgm:cxn modelId="{EB48B523-DD29-420B-AB83-A33EF7A93391}" type="presParOf" srcId="{33B25B6C-D37C-4D89-9D34-D616D65E58E4}" destId="{C17761E7-37FA-48C4-A875-44C8895876A9}" srcOrd="18" destOrd="0" presId="urn:microsoft.com/office/officeart/2008/layout/LinedList"/>
    <dgm:cxn modelId="{45F25E7A-AE51-4286-856F-E366A1B53EA3}" type="presParOf" srcId="{33B25B6C-D37C-4D89-9D34-D616D65E58E4}" destId="{11F8829C-746B-484D-B8E1-1D3E4D02EEC1}" srcOrd="19" destOrd="0" presId="urn:microsoft.com/office/officeart/2008/layout/LinedList"/>
    <dgm:cxn modelId="{437955CB-1E26-450E-889B-322D3D6AB59D}" type="presParOf" srcId="{11F8829C-746B-484D-B8E1-1D3E4D02EEC1}" destId="{612C0D13-FB1C-4835-9619-37E4E696F733}" srcOrd="0" destOrd="0" presId="urn:microsoft.com/office/officeart/2008/layout/LinedList"/>
    <dgm:cxn modelId="{9ECA1B6B-2BCC-4465-91E3-18A2DD3D5E8C}" type="presParOf" srcId="{11F8829C-746B-484D-B8E1-1D3E4D02EEC1}" destId="{E495693C-DC60-4C00-A623-F13FB71F97B7}" srcOrd="1" destOrd="0" presId="urn:microsoft.com/office/officeart/2008/layout/LinedList"/>
    <dgm:cxn modelId="{4A6CCB9E-F77A-4B12-8131-010B51B84495}" type="presParOf" srcId="{33B25B6C-D37C-4D89-9D34-D616D65E58E4}" destId="{5685BDE1-5A45-44CD-9EF1-6FC7764A1294}" srcOrd="20" destOrd="0" presId="urn:microsoft.com/office/officeart/2008/layout/LinedList"/>
    <dgm:cxn modelId="{8A675993-052F-4F62-9FBB-60823BD09FF1}" type="presParOf" srcId="{33B25B6C-D37C-4D89-9D34-D616D65E58E4}" destId="{A75BD6CF-B6B8-4949-9A32-27932876F346}" srcOrd="21" destOrd="0" presId="urn:microsoft.com/office/officeart/2008/layout/LinedList"/>
    <dgm:cxn modelId="{070257A7-7A61-44BE-8B8A-148973C9EB39}" type="presParOf" srcId="{A75BD6CF-B6B8-4949-9A32-27932876F346}" destId="{D55A71F3-1BAD-4543-B0FE-EFB90F5D7C21}" srcOrd="0" destOrd="0" presId="urn:microsoft.com/office/officeart/2008/layout/LinedList"/>
    <dgm:cxn modelId="{53DFBE88-AFFC-4246-931B-41115D5D703E}" type="presParOf" srcId="{A75BD6CF-B6B8-4949-9A32-27932876F346}" destId="{5ADD08EC-D239-4B9D-ACE9-8CA3A97EDEF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A80B0CA-706F-4916-B061-B7C059EA539E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B360A55-1A32-4EF9-A35C-C58BB01C55B6}">
      <dgm:prSet/>
      <dgm:spPr/>
      <dgm:t>
        <a:bodyPr/>
        <a:lstStyle/>
        <a:p>
          <a:r>
            <a:rPr lang="en-US" b="1"/>
            <a:t>Priority Improvements</a:t>
          </a:r>
          <a:endParaRPr lang="en-US"/>
        </a:p>
      </dgm:t>
    </dgm:pt>
    <dgm:pt modelId="{E937C476-6A40-4501-B1EB-EE9979057647}" type="parTrans" cxnId="{4B6492D6-7672-4536-B2FF-31743C93FF92}">
      <dgm:prSet/>
      <dgm:spPr/>
      <dgm:t>
        <a:bodyPr/>
        <a:lstStyle/>
        <a:p>
          <a:endParaRPr lang="en-US"/>
        </a:p>
      </dgm:t>
    </dgm:pt>
    <dgm:pt modelId="{A4C94604-7749-4F44-A877-1C8C263CE047}" type="sibTrans" cxnId="{4B6492D6-7672-4536-B2FF-31743C93FF92}">
      <dgm:prSet/>
      <dgm:spPr/>
      <dgm:t>
        <a:bodyPr/>
        <a:lstStyle/>
        <a:p>
          <a:endParaRPr lang="en-US"/>
        </a:p>
      </dgm:t>
    </dgm:pt>
    <dgm:pt modelId="{869F0620-B8A4-4A1B-83E3-0F9AE3EA769C}">
      <dgm:prSet/>
      <dgm:spPr/>
      <dgm:t>
        <a:bodyPr/>
        <a:lstStyle/>
        <a:p>
          <a:r>
            <a:rPr lang="en-US" b="1"/>
            <a:t>Payment Integration</a:t>
          </a:r>
          <a:r>
            <a:rPr lang="en-US"/>
            <a:t> - Real payment gateway (Stripe, PayPal)</a:t>
          </a:r>
        </a:p>
      </dgm:t>
    </dgm:pt>
    <dgm:pt modelId="{D75756BD-CECC-425D-BB69-8F92D0822F1D}" type="parTrans" cxnId="{64E34DD2-F96D-47AE-9AA2-EF0AAFEDCBBF}">
      <dgm:prSet/>
      <dgm:spPr/>
      <dgm:t>
        <a:bodyPr/>
        <a:lstStyle/>
        <a:p>
          <a:endParaRPr lang="en-US"/>
        </a:p>
      </dgm:t>
    </dgm:pt>
    <dgm:pt modelId="{770FBE3B-F1D5-4145-9424-7D46246389AA}" type="sibTrans" cxnId="{64E34DD2-F96D-47AE-9AA2-EF0AAFEDCBBF}">
      <dgm:prSet/>
      <dgm:spPr/>
      <dgm:t>
        <a:bodyPr/>
        <a:lstStyle/>
        <a:p>
          <a:endParaRPr lang="en-US"/>
        </a:p>
      </dgm:t>
    </dgm:pt>
    <dgm:pt modelId="{16682676-FDB7-4928-A9AA-6F4534BA55BE}">
      <dgm:prSet/>
      <dgm:spPr/>
      <dgm:t>
        <a:bodyPr/>
        <a:lstStyle/>
        <a:p>
          <a:r>
            <a:rPr lang="en-US" b="1"/>
            <a:t>Enhanced Security</a:t>
          </a:r>
          <a:r>
            <a:rPr lang="en-US"/>
            <a:t> - Spring Security implementation</a:t>
          </a:r>
        </a:p>
      </dgm:t>
    </dgm:pt>
    <dgm:pt modelId="{97D2E44E-F037-459C-A46B-001972A4AAC1}" type="parTrans" cxnId="{D7ACB43D-B457-4FE4-BE59-36FA04157E81}">
      <dgm:prSet/>
      <dgm:spPr/>
      <dgm:t>
        <a:bodyPr/>
        <a:lstStyle/>
        <a:p>
          <a:endParaRPr lang="en-US"/>
        </a:p>
      </dgm:t>
    </dgm:pt>
    <dgm:pt modelId="{89B12449-3DAB-446A-A8B1-84F7B07D539D}" type="sibTrans" cxnId="{D7ACB43D-B457-4FE4-BE59-36FA04157E81}">
      <dgm:prSet/>
      <dgm:spPr/>
      <dgm:t>
        <a:bodyPr/>
        <a:lstStyle/>
        <a:p>
          <a:endParaRPr lang="en-US"/>
        </a:p>
      </dgm:t>
    </dgm:pt>
    <dgm:pt modelId="{0F92E521-DFB7-4AEF-8767-80DB9FCD13B0}">
      <dgm:prSet/>
      <dgm:spPr/>
      <dgm:t>
        <a:bodyPr/>
        <a:lstStyle/>
        <a:p>
          <a:r>
            <a:rPr lang="en-US" b="1"/>
            <a:t>Responsive Design</a:t>
          </a:r>
          <a:r>
            <a:rPr lang="en-US"/>
            <a:t> - Mobile-first approach</a:t>
          </a:r>
        </a:p>
      </dgm:t>
    </dgm:pt>
    <dgm:pt modelId="{FB9DA399-DADA-45D2-97A7-E6F5362E4CAD}" type="parTrans" cxnId="{DC6E6866-43E0-4DA9-9F00-FBE284329CCF}">
      <dgm:prSet/>
      <dgm:spPr/>
      <dgm:t>
        <a:bodyPr/>
        <a:lstStyle/>
        <a:p>
          <a:endParaRPr lang="en-US"/>
        </a:p>
      </dgm:t>
    </dgm:pt>
    <dgm:pt modelId="{EFF22D60-E991-4B12-B5CC-2CF4C555FB8B}" type="sibTrans" cxnId="{DC6E6866-43E0-4DA9-9F00-FBE284329CCF}">
      <dgm:prSet/>
      <dgm:spPr/>
      <dgm:t>
        <a:bodyPr/>
        <a:lstStyle/>
        <a:p>
          <a:endParaRPr lang="en-US"/>
        </a:p>
      </dgm:t>
    </dgm:pt>
    <dgm:pt modelId="{8272CEDB-EE93-4DC1-B78B-FAF8B3C7B474}">
      <dgm:prSet/>
      <dgm:spPr/>
      <dgm:t>
        <a:bodyPr/>
        <a:lstStyle/>
        <a:p>
          <a:r>
            <a:rPr lang="en-US" b="1"/>
            <a:t>Product Reviews &amp; Ratings</a:t>
          </a:r>
          <a:r>
            <a:rPr lang="en-US"/>
            <a:t> - User feedback system</a:t>
          </a:r>
        </a:p>
      </dgm:t>
    </dgm:pt>
    <dgm:pt modelId="{71EB6B50-6B55-49BD-968F-C47F5EB1AFEB}" type="parTrans" cxnId="{DD6631A9-A034-4F22-AFF6-0145B743B4B0}">
      <dgm:prSet/>
      <dgm:spPr/>
      <dgm:t>
        <a:bodyPr/>
        <a:lstStyle/>
        <a:p>
          <a:endParaRPr lang="en-US"/>
        </a:p>
      </dgm:t>
    </dgm:pt>
    <dgm:pt modelId="{E8481E9B-DC6F-46F7-9F07-D3ACCF30DEAA}" type="sibTrans" cxnId="{DD6631A9-A034-4F22-AFF6-0145B743B4B0}">
      <dgm:prSet/>
      <dgm:spPr/>
      <dgm:t>
        <a:bodyPr/>
        <a:lstStyle/>
        <a:p>
          <a:endParaRPr lang="en-US"/>
        </a:p>
      </dgm:t>
    </dgm:pt>
    <dgm:pt modelId="{C9E9F09C-1145-42FD-98E7-643189D9AE07}">
      <dgm:prSet/>
      <dgm:spPr/>
      <dgm:t>
        <a:bodyPr/>
        <a:lstStyle/>
        <a:p>
          <a:r>
            <a:rPr lang="en-US" b="1"/>
            <a:t>Wishlist Functionality</a:t>
          </a:r>
          <a:r>
            <a:rPr lang="en-US"/>
            <a:t> - Save for later feature</a:t>
          </a:r>
        </a:p>
      </dgm:t>
    </dgm:pt>
    <dgm:pt modelId="{ABD103C3-73DE-4624-8480-6E8CB947C88F}" type="parTrans" cxnId="{37CEABC0-5D59-4218-936E-1F9DEF0C9A62}">
      <dgm:prSet/>
      <dgm:spPr/>
      <dgm:t>
        <a:bodyPr/>
        <a:lstStyle/>
        <a:p>
          <a:endParaRPr lang="en-US"/>
        </a:p>
      </dgm:t>
    </dgm:pt>
    <dgm:pt modelId="{E58BDB86-679C-411E-8923-4B6F31E69432}" type="sibTrans" cxnId="{37CEABC0-5D59-4218-936E-1F9DEF0C9A62}">
      <dgm:prSet/>
      <dgm:spPr/>
      <dgm:t>
        <a:bodyPr/>
        <a:lstStyle/>
        <a:p>
          <a:endParaRPr lang="en-US"/>
        </a:p>
      </dgm:t>
    </dgm:pt>
    <dgm:pt modelId="{24B16A91-C76A-45D9-82FC-0F0A040F3264}">
      <dgm:prSet/>
      <dgm:spPr/>
      <dgm:t>
        <a:bodyPr/>
        <a:lstStyle/>
        <a:p>
          <a:r>
            <a:rPr lang="en-US" b="1"/>
            <a:t>Advanced Search</a:t>
          </a:r>
          <a:r>
            <a:rPr lang="en-US"/>
            <a:t> - Elasticsearch integration</a:t>
          </a:r>
        </a:p>
      </dgm:t>
    </dgm:pt>
    <dgm:pt modelId="{38F5E7E1-F8DF-4C61-9255-44B69CFA8A0B}" type="parTrans" cxnId="{D1CCCA34-2DC6-4AB3-9011-F25C8AC96EF7}">
      <dgm:prSet/>
      <dgm:spPr/>
      <dgm:t>
        <a:bodyPr/>
        <a:lstStyle/>
        <a:p>
          <a:endParaRPr lang="en-US"/>
        </a:p>
      </dgm:t>
    </dgm:pt>
    <dgm:pt modelId="{9BC69A43-367D-4894-A206-14B793DD2317}" type="sibTrans" cxnId="{D1CCCA34-2DC6-4AB3-9011-F25C8AC96EF7}">
      <dgm:prSet/>
      <dgm:spPr/>
      <dgm:t>
        <a:bodyPr/>
        <a:lstStyle/>
        <a:p>
          <a:endParaRPr lang="en-US"/>
        </a:p>
      </dgm:t>
    </dgm:pt>
    <dgm:pt modelId="{14A00273-E77B-4D7E-B808-DFFDCE90B905}">
      <dgm:prSet/>
      <dgm:spPr/>
      <dgm:t>
        <a:bodyPr/>
        <a:lstStyle/>
        <a:p>
          <a:r>
            <a:rPr lang="en-US" b="1"/>
            <a:t>REST API</a:t>
          </a:r>
          <a:r>
            <a:rPr lang="en-US"/>
            <a:t> - For mobile app development</a:t>
          </a:r>
        </a:p>
      </dgm:t>
    </dgm:pt>
    <dgm:pt modelId="{22E0DE14-6772-4F16-8218-53513DE96AAF}" type="parTrans" cxnId="{91984E15-C5ED-4C73-95B8-DA2602B6C68A}">
      <dgm:prSet/>
      <dgm:spPr/>
      <dgm:t>
        <a:bodyPr/>
        <a:lstStyle/>
        <a:p>
          <a:endParaRPr lang="en-US"/>
        </a:p>
      </dgm:t>
    </dgm:pt>
    <dgm:pt modelId="{5CAA9C78-BB11-47D3-AAD1-26D900CCD7A9}" type="sibTrans" cxnId="{91984E15-C5ED-4C73-95B8-DA2602B6C68A}">
      <dgm:prSet/>
      <dgm:spPr/>
      <dgm:t>
        <a:bodyPr/>
        <a:lstStyle/>
        <a:p>
          <a:endParaRPr lang="en-US"/>
        </a:p>
      </dgm:t>
    </dgm:pt>
    <dgm:pt modelId="{97D5E664-5970-45FC-93B1-86C14F6A3E20}">
      <dgm:prSet/>
      <dgm:spPr/>
      <dgm:t>
        <a:bodyPr/>
        <a:lstStyle/>
        <a:p>
          <a:r>
            <a:rPr lang="en-US" b="1"/>
            <a:t>Scalability Features</a:t>
          </a:r>
          <a:endParaRPr lang="en-US"/>
        </a:p>
      </dgm:t>
    </dgm:pt>
    <dgm:pt modelId="{84EBCD99-4D97-4C02-AB91-FBFBA41DBD9E}" type="parTrans" cxnId="{CD2D6732-3819-465F-BB9D-C94D98207C9D}">
      <dgm:prSet/>
      <dgm:spPr/>
      <dgm:t>
        <a:bodyPr/>
        <a:lstStyle/>
        <a:p>
          <a:endParaRPr lang="en-US"/>
        </a:p>
      </dgm:t>
    </dgm:pt>
    <dgm:pt modelId="{208A7FF4-CE4F-4C55-AEBF-A0B318077E87}" type="sibTrans" cxnId="{CD2D6732-3819-465F-BB9D-C94D98207C9D}">
      <dgm:prSet/>
      <dgm:spPr/>
      <dgm:t>
        <a:bodyPr/>
        <a:lstStyle/>
        <a:p>
          <a:endParaRPr lang="en-US"/>
        </a:p>
      </dgm:t>
    </dgm:pt>
    <dgm:pt modelId="{26C654EE-B57E-49FB-8A83-541D98251C56}">
      <dgm:prSet/>
      <dgm:spPr/>
      <dgm:t>
        <a:bodyPr/>
        <a:lstStyle/>
        <a:p>
          <a:r>
            <a:rPr lang="en-US"/>
            <a:t>Implement caching (Redis)</a:t>
          </a:r>
        </a:p>
      </dgm:t>
    </dgm:pt>
    <dgm:pt modelId="{286D2D58-1742-48CB-9D49-BB69B3445BDD}" type="parTrans" cxnId="{900148DD-9631-4727-8813-297EDF6CC4A8}">
      <dgm:prSet/>
      <dgm:spPr/>
      <dgm:t>
        <a:bodyPr/>
        <a:lstStyle/>
        <a:p>
          <a:endParaRPr lang="en-US"/>
        </a:p>
      </dgm:t>
    </dgm:pt>
    <dgm:pt modelId="{5CF0EE10-7841-4C0B-B149-12DCBBC44770}" type="sibTrans" cxnId="{900148DD-9631-4727-8813-297EDF6CC4A8}">
      <dgm:prSet/>
      <dgm:spPr/>
      <dgm:t>
        <a:bodyPr/>
        <a:lstStyle/>
        <a:p>
          <a:endParaRPr lang="en-US"/>
        </a:p>
      </dgm:t>
    </dgm:pt>
    <dgm:pt modelId="{9135CFA3-AAC0-4B83-A623-32F74B94DD26}">
      <dgm:prSet/>
      <dgm:spPr/>
      <dgm:t>
        <a:bodyPr/>
        <a:lstStyle/>
        <a:p>
          <a:r>
            <a:rPr lang="en-US"/>
            <a:t>Add load balancing</a:t>
          </a:r>
        </a:p>
      </dgm:t>
    </dgm:pt>
    <dgm:pt modelId="{65F5885C-1F16-4E14-9460-539941D99B89}" type="parTrans" cxnId="{0605BD8A-6962-4B99-8EDF-AAAB0AEC0A7C}">
      <dgm:prSet/>
      <dgm:spPr/>
      <dgm:t>
        <a:bodyPr/>
        <a:lstStyle/>
        <a:p>
          <a:endParaRPr lang="en-US"/>
        </a:p>
      </dgm:t>
    </dgm:pt>
    <dgm:pt modelId="{C1CC0E88-7735-43EE-BA71-5E7B028D4560}" type="sibTrans" cxnId="{0605BD8A-6962-4B99-8EDF-AAAB0AEC0A7C}">
      <dgm:prSet/>
      <dgm:spPr/>
      <dgm:t>
        <a:bodyPr/>
        <a:lstStyle/>
        <a:p>
          <a:endParaRPr lang="en-US"/>
        </a:p>
      </dgm:t>
    </dgm:pt>
    <dgm:pt modelId="{55E4020C-B7E7-4C96-9610-5CFC3ED1C539}">
      <dgm:prSet/>
      <dgm:spPr/>
      <dgm:t>
        <a:bodyPr/>
        <a:lstStyle/>
        <a:p>
          <a:r>
            <a:rPr lang="en-US"/>
            <a:t>Database optimization</a:t>
          </a:r>
        </a:p>
      </dgm:t>
    </dgm:pt>
    <dgm:pt modelId="{2247F8D4-F994-488D-AD6B-3A981DA0E8BF}" type="parTrans" cxnId="{540B1840-E17F-4C81-9EAA-5DBBD45A2ADD}">
      <dgm:prSet/>
      <dgm:spPr/>
      <dgm:t>
        <a:bodyPr/>
        <a:lstStyle/>
        <a:p>
          <a:endParaRPr lang="en-US"/>
        </a:p>
      </dgm:t>
    </dgm:pt>
    <dgm:pt modelId="{3878B189-C908-45F8-BD1C-CFD5FC9080E2}" type="sibTrans" cxnId="{540B1840-E17F-4C81-9EAA-5DBBD45A2ADD}">
      <dgm:prSet/>
      <dgm:spPr/>
      <dgm:t>
        <a:bodyPr/>
        <a:lstStyle/>
        <a:p>
          <a:endParaRPr lang="en-US"/>
        </a:p>
      </dgm:t>
    </dgm:pt>
    <dgm:pt modelId="{612484FA-B257-4B5D-9C67-AF26A01F8F0B}">
      <dgm:prSet/>
      <dgm:spPr/>
      <dgm:t>
        <a:bodyPr/>
        <a:lstStyle/>
        <a:p>
          <a:r>
            <a:rPr lang="en-US"/>
            <a:t>Microservices architecture</a:t>
          </a:r>
        </a:p>
      </dgm:t>
    </dgm:pt>
    <dgm:pt modelId="{704F74EF-5F91-41BE-B3B3-5C8B8DA6C9FF}" type="parTrans" cxnId="{B2989CE1-0BF0-47F3-883A-6CC95E4843D8}">
      <dgm:prSet/>
      <dgm:spPr/>
      <dgm:t>
        <a:bodyPr/>
        <a:lstStyle/>
        <a:p>
          <a:endParaRPr lang="en-US"/>
        </a:p>
      </dgm:t>
    </dgm:pt>
    <dgm:pt modelId="{96A6BD35-C688-4466-B70E-85D8E438AC7B}" type="sibTrans" cxnId="{B2989CE1-0BF0-47F3-883A-6CC95E4843D8}">
      <dgm:prSet/>
      <dgm:spPr/>
      <dgm:t>
        <a:bodyPr/>
        <a:lstStyle/>
        <a:p>
          <a:endParaRPr lang="en-US"/>
        </a:p>
      </dgm:t>
    </dgm:pt>
    <dgm:pt modelId="{E5BA82D7-6A12-4561-9E75-03C113FF6796}" type="pres">
      <dgm:prSet presAssocID="{EA80B0CA-706F-4916-B061-B7C059EA539E}" presName="diagram" presStyleCnt="0">
        <dgm:presLayoutVars>
          <dgm:dir/>
          <dgm:resizeHandles val="exact"/>
        </dgm:presLayoutVars>
      </dgm:prSet>
      <dgm:spPr/>
    </dgm:pt>
    <dgm:pt modelId="{0F7AD8B2-81EA-4774-AC36-506727EDE424}" type="pres">
      <dgm:prSet presAssocID="{3B360A55-1A32-4EF9-A35C-C58BB01C55B6}" presName="node" presStyleLbl="node1" presStyleIdx="0" presStyleCnt="13">
        <dgm:presLayoutVars>
          <dgm:bulletEnabled val="1"/>
        </dgm:presLayoutVars>
      </dgm:prSet>
      <dgm:spPr/>
    </dgm:pt>
    <dgm:pt modelId="{17D7638B-3376-4A41-B061-90859F7FF782}" type="pres">
      <dgm:prSet presAssocID="{A4C94604-7749-4F44-A877-1C8C263CE047}" presName="sibTrans" presStyleCnt="0"/>
      <dgm:spPr/>
    </dgm:pt>
    <dgm:pt modelId="{1E3F371D-264F-48DD-9D1E-72648D72936B}" type="pres">
      <dgm:prSet presAssocID="{869F0620-B8A4-4A1B-83E3-0F9AE3EA769C}" presName="node" presStyleLbl="node1" presStyleIdx="1" presStyleCnt="13">
        <dgm:presLayoutVars>
          <dgm:bulletEnabled val="1"/>
        </dgm:presLayoutVars>
      </dgm:prSet>
      <dgm:spPr/>
    </dgm:pt>
    <dgm:pt modelId="{2EBCB549-40B5-42EE-A95F-A2821CC0CFCA}" type="pres">
      <dgm:prSet presAssocID="{770FBE3B-F1D5-4145-9424-7D46246389AA}" presName="sibTrans" presStyleCnt="0"/>
      <dgm:spPr/>
    </dgm:pt>
    <dgm:pt modelId="{99865229-7720-4AF5-B17D-A2E1DEF1F2A3}" type="pres">
      <dgm:prSet presAssocID="{16682676-FDB7-4928-A9AA-6F4534BA55BE}" presName="node" presStyleLbl="node1" presStyleIdx="2" presStyleCnt="13">
        <dgm:presLayoutVars>
          <dgm:bulletEnabled val="1"/>
        </dgm:presLayoutVars>
      </dgm:prSet>
      <dgm:spPr/>
    </dgm:pt>
    <dgm:pt modelId="{A0AE87B3-093E-4F81-A74A-0087E9FA8E2B}" type="pres">
      <dgm:prSet presAssocID="{89B12449-3DAB-446A-A8B1-84F7B07D539D}" presName="sibTrans" presStyleCnt="0"/>
      <dgm:spPr/>
    </dgm:pt>
    <dgm:pt modelId="{40AE16BC-F5B3-4EA6-A8D3-3731DEFDD608}" type="pres">
      <dgm:prSet presAssocID="{0F92E521-DFB7-4AEF-8767-80DB9FCD13B0}" presName="node" presStyleLbl="node1" presStyleIdx="3" presStyleCnt="13">
        <dgm:presLayoutVars>
          <dgm:bulletEnabled val="1"/>
        </dgm:presLayoutVars>
      </dgm:prSet>
      <dgm:spPr/>
    </dgm:pt>
    <dgm:pt modelId="{7D2DC2B5-BFB6-4E5B-B930-277602B4261B}" type="pres">
      <dgm:prSet presAssocID="{EFF22D60-E991-4B12-B5CC-2CF4C555FB8B}" presName="sibTrans" presStyleCnt="0"/>
      <dgm:spPr/>
    </dgm:pt>
    <dgm:pt modelId="{9D207709-6D46-49CF-98BF-150CD8205E32}" type="pres">
      <dgm:prSet presAssocID="{8272CEDB-EE93-4DC1-B78B-FAF8B3C7B474}" presName="node" presStyleLbl="node1" presStyleIdx="4" presStyleCnt="13">
        <dgm:presLayoutVars>
          <dgm:bulletEnabled val="1"/>
        </dgm:presLayoutVars>
      </dgm:prSet>
      <dgm:spPr/>
    </dgm:pt>
    <dgm:pt modelId="{BD826214-8C69-4F10-A84A-F4C08844B653}" type="pres">
      <dgm:prSet presAssocID="{E8481E9B-DC6F-46F7-9F07-D3ACCF30DEAA}" presName="sibTrans" presStyleCnt="0"/>
      <dgm:spPr/>
    </dgm:pt>
    <dgm:pt modelId="{A5A0DA79-B685-4EAD-8AAD-78D24A1B5DDA}" type="pres">
      <dgm:prSet presAssocID="{C9E9F09C-1145-42FD-98E7-643189D9AE07}" presName="node" presStyleLbl="node1" presStyleIdx="5" presStyleCnt="13">
        <dgm:presLayoutVars>
          <dgm:bulletEnabled val="1"/>
        </dgm:presLayoutVars>
      </dgm:prSet>
      <dgm:spPr/>
    </dgm:pt>
    <dgm:pt modelId="{93A830DD-826B-4C60-A258-0780C8AE8364}" type="pres">
      <dgm:prSet presAssocID="{E58BDB86-679C-411E-8923-4B6F31E69432}" presName="sibTrans" presStyleCnt="0"/>
      <dgm:spPr/>
    </dgm:pt>
    <dgm:pt modelId="{8243FE63-54B0-45C8-A777-A69F04956401}" type="pres">
      <dgm:prSet presAssocID="{24B16A91-C76A-45D9-82FC-0F0A040F3264}" presName="node" presStyleLbl="node1" presStyleIdx="6" presStyleCnt="13">
        <dgm:presLayoutVars>
          <dgm:bulletEnabled val="1"/>
        </dgm:presLayoutVars>
      </dgm:prSet>
      <dgm:spPr/>
    </dgm:pt>
    <dgm:pt modelId="{1F09A29D-3DD7-4092-A5F5-A15DFB212A32}" type="pres">
      <dgm:prSet presAssocID="{9BC69A43-367D-4894-A206-14B793DD2317}" presName="sibTrans" presStyleCnt="0"/>
      <dgm:spPr/>
    </dgm:pt>
    <dgm:pt modelId="{43D97ADA-8145-4CB2-8C7C-9A0E127AB00B}" type="pres">
      <dgm:prSet presAssocID="{14A00273-E77B-4D7E-B808-DFFDCE90B905}" presName="node" presStyleLbl="node1" presStyleIdx="7" presStyleCnt="13">
        <dgm:presLayoutVars>
          <dgm:bulletEnabled val="1"/>
        </dgm:presLayoutVars>
      </dgm:prSet>
      <dgm:spPr/>
    </dgm:pt>
    <dgm:pt modelId="{A6A521EF-7B03-4106-BF62-5FFE96D9C9B8}" type="pres">
      <dgm:prSet presAssocID="{5CAA9C78-BB11-47D3-AAD1-26D900CCD7A9}" presName="sibTrans" presStyleCnt="0"/>
      <dgm:spPr/>
    </dgm:pt>
    <dgm:pt modelId="{9D48651F-CC98-4308-9881-8B15AD0737AB}" type="pres">
      <dgm:prSet presAssocID="{97D5E664-5970-45FC-93B1-86C14F6A3E20}" presName="node" presStyleLbl="node1" presStyleIdx="8" presStyleCnt="13">
        <dgm:presLayoutVars>
          <dgm:bulletEnabled val="1"/>
        </dgm:presLayoutVars>
      </dgm:prSet>
      <dgm:spPr/>
    </dgm:pt>
    <dgm:pt modelId="{FBA86138-0F02-48EC-B80A-3C07299CF41E}" type="pres">
      <dgm:prSet presAssocID="{208A7FF4-CE4F-4C55-AEBF-A0B318077E87}" presName="sibTrans" presStyleCnt="0"/>
      <dgm:spPr/>
    </dgm:pt>
    <dgm:pt modelId="{E6502E74-3996-41AF-A3E7-64565DDF85D9}" type="pres">
      <dgm:prSet presAssocID="{26C654EE-B57E-49FB-8A83-541D98251C56}" presName="node" presStyleLbl="node1" presStyleIdx="9" presStyleCnt="13">
        <dgm:presLayoutVars>
          <dgm:bulletEnabled val="1"/>
        </dgm:presLayoutVars>
      </dgm:prSet>
      <dgm:spPr/>
    </dgm:pt>
    <dgm:pt modelId="{AF58BFB3-CA95-4B99-8AD4-24938B77FB98}" type="pres">
      <dgm:prSet presAssocID="{5CF0EE10-7841-4C0B-B149-12DCBBC44770}" presName="sibTrans" presStyleCnt="0"/>
      <dgm:spPr/>
    </dgm:pt>
    <dgm:pt modelId="{139768F2-7B6E-4514-B46A-7C7BAFEFBA4C}" type="pres">
      <dgm:prSet presAssocID="{9135CFA3-AAC0-4B83-A623-32F74B94DD26}" presName="node" presStyleLbl="node1" presStyleIdx="10" presStyleCnt="13">
        <dgm:presLayoutVars>
          <dgm:bulletEnabled val="1"/>
        </dgm:presLayoutVars>
      </dgm:prSet>
      <dgm:spPr/>
    </dgm:pt>
    <dgm:pt modelId="{BAC7BDFB-3323-4742-AFF2-56CA2A1A4DA0}" type="pres">
      <dgm:prSet presAssocID="{C1CC0E88-7735-43EE-BA71-5E7B028D4560}" presName="sibTrans" presStyleCnt="0"/>
      <dgm:spPr/>
    </dgm:pt>
    <dgm:pt modelId="{EA3D359A-470F-4A50-9FC0-869FCE769EF7}" type="pres">
      <dgm:prSet presAssocID="{55E4020C-B7E7-4C96-9610-5CFC3ED1C539}" presName="node" presStyleLbl="node1" presStyleIdx="11" presStyleCnt="13">
        <dgm:presLayoutVars>
          <dgm:bulletEnabled val="1"/>
        </dgm:presLayoutVars>
      </dgm:prSet>
      <dgm:spPr/>
    </dgm:pt>
    <dgm:pt modelId="{86085EE4-09D6-4FC8-9E56-F69F0D77732A}" type="pres">
      <dgm:prSet presAssocID="{3878B189-C908-45F8-BD1C-CFD5FC9080E2}" presName="sibTrans" presStyleCnt="0"/>
      <dgm:spPr/>
    </dgm:pt>
    <dgm:pt modelId="{6A2B1FCA-CCE0-49AF-9ED8-D723E0F1F13F}" type="pres">
      <dgm:prSet presAssocID="{612484FA-B257-4B5D-9C67-AF26A01F8F0B}" presName="node" presStyleLbl="node1" presStyleIdx="12" presStyleCnt="13">
        <dgm:presLayoutVars>
          <dgm:bulletEnabled val="1"/>
        </dgm:presLayoutVars>
      </dgm:prSet>
      <dgm:spPr/>
    </dgm:pt>
  </dgm:ptLst>
  <dgm:cxnLst>
    <dgm:cxn modelId="{A0EC6704-8C49-481E-97A4-DB549AE7B66C}" type="presOf" srcId="{8272CEDB-EE93-4DC1-B78B-FAF8B3C7B474}" destId="{9D207709-6D46-49CF-98BF-150CD8205E32}" srcOrd="0" destOrd="0" presId="urn:microsoft.com/office/officeart/2005/8/layout/default"/>
    <dgm:cxn modelId="{E5C7240E-6AF4-473E-804D-C61FCEFFAD39}" type="presOf" srcId="{24B16A91-C76A-45D9-82FC-0F0A040F3264}" destId="{8243FE63-54B0-45C8-A777-A69F04956401}" srcOrd="0" destOrd="0" presId="urn:microsoft.com/office/officeart/2005/8/layout/default"/>
    <dgm:cxn modelId="{91984E15-C5ED-4C73-95B8-DA2602B6C68A}" srcId="{EA80B0CA-706F-4916-B061-B7C059EA539E}" destId="{14A00273-E77B-4D7E-B808-DFFDCE90B905}" srcOrd="7" destOrd="0" parTransId="{22E0DE14-6772-4F16-8218-53513DE96AAF}" sibTransId="{5CAA9C78-BB11-47D3-AAD1-26D900CCD7A9}"/>
    <dgm:cxn modelId="{61E78E15-AB0B-4654-8EC8-9D90B93DEEA6}" type="presOf" srcId="{55E4020C-B7E7-4C96-9610-5CFC3ED1C539}" destId="{EA3D359A-470F-4A50-9FC0-869FCE769EF7}" srcOrd="0" destOrd="0" presId="urn:microsoft.com/office/officeart/2005/8/layout/default"/>
    <dgm:cxn modelId="{46FB1623-40CA-4B08-9AA1-A3F1D903D59E}" type="presOf" srcId="{3B360A55-1A32-4EF9-A35C-C58BB01C55B6}" destId="{0F7AD8B2-81EA-4774-AC36-506727EDE424}" srcOrd="0" destOrd="0" presId="urn:microsoft.com/office/officeart/2005/8/layout/default"/>
    <dgm:cxn modelId="{E7261E2A-8DD6-4AC3-9BC2-B981AF862F5C}" type="presOf" srcId="{97D5E664-5970-45FC-93B1-86C14F6A3E20}" destId="{9D48651F-CC98-4308-9881-8B15AD0737AB}" srcOrd="0" destOrd="0" presId="urn:microsoft.com/office/officeart/2005/8/layout/default"/>
    <dgm:cxn modelId="{CD2D6732-3819-465F-BB9D-C94D98207C9D}" srcId="{EA80B0CA-706F-4916-B061-B7C059EA539E}" destId="{97D5E664-5970-45FC-93B1-86C14F6A3E20}" srcOrd="8" destOrd="0" parTransId="{84EBCD99-4D97-4C02-AB91-FBFBA41DBD9E}" sibTransId="{208A7FF4-CE4F-4C55-AEBF-A0B318077E87}"/>
    <dgm:cxn modelId="{D1CCCA34-2DC6-4AB3-9011-F25C8AC96EF7}" srcId="{EA80B0CA-706F-4916-B061-B7C059EA539E}" destId="{24B16A91-C76A-45D9-82FC-0F0A040F3264}" srcOrd="6" destOrd="0" parTransId="{38F5E7E1-F8DF-4C61-9255-44B69CFA8A0B}" sibTransId="{9BC69A43-367D-4894-A206-14B793DD2317}"/>
    <dgm:cxn modelId="{D7ACB43D-B457-4FE4-BE59-36FA04157E81}" srcId="{EA80B0CA-706F-4916-B061-B7C059EA539E}" destId="{16682676-FDB7-4928-A9AA-6F4534BA55BE}" srcOrd="2" destOrd="0" parTransId="{97D2E44E-F037-459C-A46B-001972A4AAC1}" sibTransId="{89B12449-3DAB-446A-A8B1-84F7B07D539D}"/>
    <dgm:cxn modelId="{540B1840-E17F-4C81-9EAA-5DBBD45A2ADD}" srcId="{EA80B0CA-706F-4916-B061-B7C059EA539E}" destId="{55E4020C-B7E7-4C96-9610-5CFC3ED1C539}" srcOrd="11" destOrd="0" parTransId="{2247F8D4-F994-488D-AD6B-3A981DA0E8BF}" sibTransId="{3878B189-C908-45F8-BD1C-CFD5FC9080E2}"/>
    <dgm:cxn modelId="{DC6E6866-43E0-4DA9-9F00-FBE284329CCF}" srcId="{EA80B0CA-706F-4916-B061-B7C059EA539E}" destId="{0F92E521-DFB7-4AEF-8767-80DB9FCD13B0}" srcOrd="3" destOrd="0" parTransId="{FB9DA399-DADA-45D2-97A7-E6F5362E4CAD}" sibTransId="{EFF22D60-E991-4B12-B5CC-2CF4C555FB8B}"/>
    <dgm:cxn modelId="{B39D2B4A-20C3-451A-9C89-09D615EF381A}" type="presOf" srcId="{26C654EE-B57E-49FB-8A83-541D98251C56}" destId="{E6502E74-3996-41AF-A3E7-64565DDF85D9}" srcOrd="0" destOrd="0" presId="urn:microsoft.com/office/officeart/2005/8/layout/default"/>
    <dgm:cxn modelId="{A787C44C-D2F3-4BEC-9B68-9D99E95F0500}" type="presOf" srcId="{16682676-FDB7-4928-A9AA-6F4534BA55BE}" destId="{99865229-7720-4AF5-B17D-A2E1DEF1F2A3}" srcOrd="0" destOrd="0" presId="urn:microsoft.com/office/officeart/2005/8/layout/default"/>
    <dgm:cxn modelId="{7F945D76-6F04-4A05-A8A9-8A2C148C146B}" type="presOf" srcId="{C9E9F09C-1145-42FD-98E7-643189D9AE07}" destId="{A5A0DA79-B685-4EAD-8AAD-78D24A1B5DDA}" srcOrd="0" destOrd="0" presId="urn:microsoft.com/office/officeart/2005/8/layout/default"/>
    <dgm:cxn modelId="{0605BD8A-6962-4B99-8EDF-AAAB0AEC0A7C}" srcId="{EA80B0CA-706F-4916-B061-B7C059EA539E}" destId="{9135CFA3-AAC0-4B83-A623-32F74B94DD26}" srcOrd="10" destOrd="0" parTransId="{65F5885C-1F16-4E14-9460-539941D99B89}" sibTransId="{C1CC0E88-7735-43EE-BA71-5E7B028D4560}"/>
    <dgm:cxn modelId="{A807818D-69AA-42F2-AA74-3135AC2C8462}" type="presOf" srcId="{0F92E521-DFB7-4AEF-8767-80DB9FCD13B0}" destId="{40AE16BC-F5B3-4EA6-A8D3-3731DEFDD608}" srcOrd="0" destOrd="0" presId="urn:microsoft.com/office/officeart/2005/8/layout/default"/>
    <dgm:cxn modelId="{DD6631A9-A034-4F22-AFF6-0145B743B4B0}" srcId="{EA80B0CA-706F-4916-B061-B7C059EA539E}" destId="{8272CEDB-EE93-4DC1-B78B-FAF8B3C7B474}" srcOrd="4" destOrd="0" parTransId="{71EB6B50-6B55-49BD-968F-C47F5EB1AFEB}" sibTransId="{E8481E9B-DC6F-46F7-9F07-D3ACCF30DEAA}"/>
    <dgm:cxn modelId="{37CEABC0-5D59-4218-936E-1F9DEF0C9A62}" srcId="{EA80B0CA-706F-4916-B061-B7C059EA539E}" destId="{C9E9F09C-1145-42FD-98E7-643189D9AE07}" srcOrd="5" destOrd="0" parTransId="{ABD103C3-73DE-4624-8480-6E8CB947C88F}" sibTransId="{E58BDB86-679C-411E-8923-4B6F31E69432}"/>
    <dgm:cxn modelId="{64E34DD2-F96D-47AE-9AA2-EF0AAFEDCBBF}" srcId="{EA80B0CA-706F-4916-B061-B7C059EA539E}" destId="{869F0620-B8A4-4A1B-83E3-0F9AE3EA769C}" srcOrd="1" destOrd="0" parTransId="{D75756BD-CECC-425D-BB69-8F92D0822F1D}" sibTransId="{770FBE3B-F1D5-4145-9424-7D46246389AA}"/>
    <dgm:cxn modelId="{0D1F98D2-0BA7-42CB-88E4-A9AA740E59CF}" type="presOf" srcId="{869F0620-B8A4-4A1B-83E3-0F9AE3EA769C}" destId="{1E3F371D-264F-48DD-9D1E-72648D72936B}" srcOrd="0" destOrd="0" presId="urn:microsoft.com/office/officeart/2005/8/layout/default"/>
    <dgm:cxn modelId="{4B6492D6-7672-4536-B2FF-31743C93FF92}" srcId="{EA80B0CA-706F-4916-B061-B7C059EA539E}" destId="{3B360A55-1A32-4EF9-A35C-C58BB01C55B6}" srcOrd="0" destOrd="0" parTransId="{E937C476-6A40-4501-B1EB-EE9979057647}" sibTransId="{A4C94604-7749-4F44-A877-1C8C263CE047}"/>
    <dgm:cxn modelId="{CFE486D7-A4BE-4009-909A-FBF403B59E18}" type="presOf" srcId="{EA80B0CA-706F-4916-B061-B7C059EA539E}" destId="{E5BA82D7-6A12-4561-9E75-03C113FF6796}" srcOrd="0" destOrd="0" presId="urn:microsoft.com/office/officeart/2005/8/layout/default"/>
    <dgm:cxn modelId="{900148DD-9631-4727-8813-297EDF6CC4A8}" srcId="{EA80B0CA-706F-4916-B061-B7C059EA539E}" destId="{26C654EE-B57E-49FB-8A83-541D98251C56}" srcOrd="9" destOrd="0" parTransId="{286D2D58-1742-48CB-9D49-BB69B3445BDD}" sibTransId="{5CF0EE10-7841-4C0B-B149-12DCBBC44770}"/>
    <dgm:cxn modelId="{634DD7E0-9AF8-4879-B330-95A6B282F7D2}" type="presOf" srcId="{9135CFA3-AAC0-4B83-A623-32F74B94DD26}" destId="{139768F2-7B6E-4514-B46A-7C7BAFEFBA4C}" srcOrd="0" destOrd="0" presId="urn:microsoft.com/office/officeart/2005/8/layout/default"/>
    <dgm:cxn modelId="{B2989CE1-0BF0-47F3-883A-6CC95E4843D8}" srcId="{EA80B0CA-706F-4916-B061-B7C059EA539E}" destId="{612484FA-B257-4B5D-9C67-AF26A01F8F0B}" srcOrd="12" destOrd="0" parTransId="{704F74EF-5F91-41BE-B3B3-5C8B8DA6C9FF}" sibTransId="{96A6BD35-C688-4466-B70E-85D8E438AC7B}"/>
    <dgm:cxn modelId="{881536F3-DE28-4544-ABAE-CA272942748C}" type="presOf" srcId="{14A00273-E77B-4D7E-B808-DFFDCE90B905}" destId="{43D97ADA-8145-4CB2-8C7C-9A0E127AB00B}" srcOrd="0" destOrd="0" presId="urn:microsoft.com/office/officeart/2005/8/layout/default"/>
    <dgm:cxn modelId="{E2659FFA-42FC-4142-B7E8-2A5162899181}" type="presOf" srcId="{612484FA-B257-4B5D-9C67-AF26A01F8F0B}" destId="{6A2B1FCA-CCE0-49AF-9ED8-D723E0F1F13F}" srcOrd="0" destOrd="0" presId="urn:microsoft.com/office/officeart/2005/8/layout/default"/>
    <dgm:cxn modelId="{8283D666-0D8A-4BF2-AFC6-E55A8AB35F6B}" type="presParOf" srcId="{E5BA82D7-6A12-4561-9E75-03C113FF6796}" destId="{0F7AD8B2-81EA-4774-AC36-506727EDE424}" srcOrd="0" destOrd="0" presId="urn:microsoft.com/office/officeart/2005/8/layout/default"/>
    <dgm:cxn modelId="{CCA4DD2E-360F-4B6B-BC86-42A418735640}" type="presParOf" srcId="{E5BA82D7-6A12-4561-9E75-03C113FF6796}" destId="{17D7638B-3376-4A41-B061-90859F7FF782}" srcOrd="1" destOrd="0" presId="urn:microsoft.com/office/officeart/2005/8/layout/default"/>
    <dgm:cxn modelId="{370218E2-6A88-491E-8E3C-BC567D4EC22D}" type="presParOf" srcId="{E5BA82D7-6A12-4561-9E75-03C113FF6796}" destId="{1E3F371D-264F-48DD-9D1E-72648D72936B}" srcOrd="2" destOrd="0" presId="urn:microsoft.com/office/officeart/2005/8/layout/default"/>
    <dgm:cxn modelId="{82BF6EB9-AFDF-4F9D-A744-27F27CA52D8F}" type="presParOf" srcId="{E5BA82D7-6A12-4561-9E75-03C113FF6796}" destId="{2EBCB549-40B5-42EE-A95F-A2821CC0CFCA}" srcOrd="3" destOrd="0" presId="urn:microsoft.com/office/officeart/2005/8/layout/default"/>
    <dgm:cxn modelId="{E148CD50-98EA-423D-907C-AEFB50ADDFB2}" type="presParOf" srcId="{E5BA82D7-6A12-4561-9E75-03C113FF6796}" destId="{99865229-7720-4AF5-B17D-A2E1DEF1F2A3}" srcOrd="4" destOrd="0" presId="urn:microsoft.com/office/officeart/2005/8/layout/default"/>
    <dgm:cxn modelId="{B48AB2AC-8910-4A92-8708-BC03772BB09E}" type="presParOf" srcId="{E5BA82D7-6A12-4561-9E75-03C113FF6796}" destId="{A0AE87B3-093E-4F81-A74A-0087E9FA8E2B}" srcOrd="5" destOrd="0" presId="urn:microsoft.com/office/officeart/2005/8/layout/default"/>
    <dgm:cxn modelId="{0CC34E00-6166-4C5C-B652-B856A457F4F3}" type="presParOf" srcId="{E5BA82D7-6A12-4561-9E75-03C113FF6796}" destId="{40AE16BC-F5B3-4EA6-A8D3-3731DEFDD608}" srcOrd="6" destOrd="0" presId="urn:microsoft.com/office/officeart/2005/8/layout/default"/>
    <dgm:cxn modelId="{D69360D2-C85E-4756-AE59-BE278CEEFF37}" type="presParOf" srcId="{E5BA82D7-6A12-4561-9E75-03C113FF6796}" destId="{7D2DC2B5-BFB6-4E5B-B930-277602B4261B}" srcOrd="7" destOrd="0" presId="urn:microsoft.com/office/officeart/2005/8/layout/default"/>
    <dgm:cxn modelId="{4D4D690C-113F-4FEB-AF96-1D7DB1C7E421}" type="presParOf" srcId="{E5BA82D7-6A12-4561-9E75-03C113FF6796}" destId="{9D207709-6D46-49CF-98BF-150CD8205E32}" srcOrd="8" destOrd="0" presId="urn:microsoft.com/office/officeart/2005/8/layout/default"/>
    <dgm:cxn modelId="{9A21B7BB-B140-46FF-97E6-6AAA9DBCD349}" type="presParOf" srcId="{E5BA82D7-6A12-4561-9E75-03C113FF6796}" destId="{BD826214-8C69-4F10-A84A-F4C08844B653}" srcOrd="9" destOrd="0" presId="urn:microsoft.com/office/officeart/2005/8/layout/default"/>
    <dgm:cxn modelId="{82680620-3E5D-43EA-BCC0-1D0B15CF92B8}" type="presParOf" srcId="{E5BA82D7-6A12-4561-9E75-03C113FF6796}" destId="{A5A0DA79-B685-4EAD-8AAD-78D24A1B5DDA}" srcOrd="10" destOrd="0" presId="urn:microsoft.com/office/officeart/2005/8/layout/default"/>
    <dgm:cxn modelId="{6447E5BE-7DA4-4967-BE51-4F7805AFC5CC}" type="presParOf" srcId="{E5BA82D7-6A12-4561-9E75-03C113FF6796}" destId="{93A830DD-826B-4C60-A258-0780C8AE8364}" srcOrd="11" destOrd="0" presId="urn:microsoft.com/office/officeart/2005/8/layout/default"/>
    <dgm:cxn modelId="{2FE4DD67-75EF-4F67-BBA5-CF866208C138}" type="presParOf" srcId="{E5BA82D7-6A12-4561-9E75-03C113FF6796}" destId="{8243FE63-54B0-45C8-A777-A69F04956401}" srcOrd="12" destOrd="0" presId="urn:microsoft.com/office/officeart/2005/8/layout/default"/>
    <dgm:cxn modelId="{7A582178-E0A1-4177-90A0-3A306B66EA38}" type="presParOf" srcId="{E5BA82D7-6A12-4561-9E75-03C113FF6796}" destId="{1F09A29D-3DD7-4092-A5F5-A15DFB212A32}" srcOrd="13" destOrd="0" presId="urn:microsoft.com/office/officeart/2005/8/layout/default"/>
    <dgm:cxn modelId="{C6DF94E4-B7B1-4DF5-8258-3E070AE4DBB0}" type="presParOf" srcId="{E5BA82D7-6A12-4561-9E75-03C113FF6796}" destId="{43D97ADA-8145-4CB2-8C7C-9A0E127AB00B}" srcOrd="14" destOrd="0" presId="urn:microsoft.com/office/officeart/2005/8/layout/default"/>
    <dgm:cxn modelId="{2A351E3F-55D7-4C41-9991-25CAE8F8D65F}" type="presParOf" srcId="{E5BA82D7-6A12-4561-9E75-03C113FF6796}" destId="{A6A521EF-7B03-4106-BF62-5FFE96D9C9B8}" srcOrd="15" destOrd="0" presId="urn:microsoft.com/office/officeart/2005/8/layout/default"/>
    <dgm:cxn modelId="{4A6D0788-76EA-4B4D-B4A6-EA024BFF3F5D}" type="presParOf" srcId="{E5BA82D7-6A12-4561-9E75-03C113FF6796}" destId="{9D48651F-CC98-4308-9881-8B15AD0737AB}" srcOrd="16" destOrd="0" presId="urn:microsoft.com/office/officeart/2005/8/layout/default"/>
    <dgm:cxn modelId="{3B0D105D-7B0E-496B-8D63-5A38479D47EF}" type="presParOf" srcId="{E5BA82D7-6A12-4561-9E75-03C113FF6796}" destId="{FBA86138-0F02-48EC-B80A-3C07299CF41E}" srcOrd="17" destOrd="0" presId="urn:microsoft.com/office/officeart/2005/8/layout/default"/>
    <dgm:cxn modelId="{8129E64E-80BC-4A22-9D8A-AA9EFF483F61}" type="presParOf" srcId="{E5BA82D7-6A12-4561-9E75-03C113FF6796}" destId="{E6502E74-3996-41AF-A3E7-64565DDF85D9}" srcOrd="18" destOrd="0" presId="urn:microsoft.com/office/officeart/2005/8/layout/default"/>
    <dgm:cxn modelId="{823B9B07-82B4-47EC-8EF2-11AE5CF693F8}" type="presParOf" srcId="{E5BA82D7-6A12-4561-9E75-03C113FF6796}" destId="{AF58BFB3-CA95-4B99-8AD4-24938B77FB98}" srcOrd="19" destOrd="0" presId="urn:microsoft.com/office/officeart/2005/8/layout/default"/>
    <dgm:cxn modelId="{EA23761D-1F17-4759-86A8-B15C3E29EA7C}" type="presParOf" srcId="{E5BA82D7-6A12-4561-9E75-03C113FF6796}" destId="{139768F2-7B6E-4514-B46A-7C7BAFEFBA4C}" srcOrd="20" destOrd="0" presId="urn:microsoft.com/office/officeart/2005/8/layout/default"/>
    <dgm:cxn modelId="{A4046EC6-8AED-4685-9A79-9346E90FBEB4}" type="presParOf" srcId="{E5BA82D7-6A12-4561-9E75-03C113FF6796}" destId="{BAC7BDFB-3323-4742-AFF2-56CA2A1A4DA0}" srcOrd="21" destOrd="0" presId="urn:microsoft.com/office/officeart/2005/8/layout/default"/>
    <dgm:cxn modelId="{610DC652-D637-4327-AEA4-1E5B1744DF08}" type="presParOf" srcId="{E5BA82D7-6A12-4561-9E75-03C113FF6796}" destId="{EA3D359A-470F-4A50-9FC0-869FCE769EF7}" srcOrd="22" destOrd="0" presId="urn:microsoft.com/office/officeart/2005/8/layout/default"/>
    <dgm:cxn modelId="{54FA4574-8584-43D9-A7E0-8D2ADC929A9E}" type="presParOf" srcId="{E5BA82D7-6A12-4561-9E75-03C113FF6796}" destId="{86085EE4-09D6-4FC8-9E56-F69F0D77732A}" srcOrd="23" destOrd="0" presId="urn:microsoft.com/office/officeart/2005/8/layout/default"/>
    <dgm:cxn modelId="{89555852-D34B-4CA0-8C53-4CE458C9C00A}" type="presParOf" srcId="{E5BA82D7-6A12-4561-9E75-03C113FF6796}" destId="{6A2B1FCA-CCE0-49AF-9ED8-D723E0F1F13F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DCABE2C-D339-4AFE-9344-7BC135B8AC2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BCC65D2C-C6DB-43B4-B55D-74F98377426D}">
      <dgm:prSet/>
      <dgm:spPr/>
      <dgm:t>
        <a:bodyPr/>
        <a:lstStyle/>
        <a:p>
          <a:pPr>
            <a:defRPr cap="all"/>
          </a:pPr>
          <a:r>
            <a:rPr lang="en-US" b="1"/>
            <a:t>For Testing/Demo Purposes</a:t>
          </a:r>
          <a:endParaRPr lang="en-US"/>
        </a:p>
      </dgm:t>
    </dgm:pt>
    <dgm:pt modelId="{F1D45746-E1C8-4D3D-B435-E3E44A236861}" type="parTrans" cxnId="{39C1DB53-163C-4C41-ADF1-E77AAEA44C74}">
      <dgm:prSet/>
      <dgm:spPr/>
      <dgm:t>
        <a:bodyPr/>
        <a:lstStyle/>
        <a:p>
          <a:endParaRPr lang="en-US"/>
        </a:p>
      </dgm:t>
    </dgm:pt>
    <dgm:pt modelId="{9C5ACAE7-D57F-43AE-9BCA-F5345F0E71E5}" type="sibTrans" cxnId="{39C1DB53-163C-4C41-ADF1-E77AAEA44C74}">
      <dgm:prSet/>
      <dgm:spPr/>
      <dgm:t>
        <a:bodyPr/>
        <a:lstStyle/>
        <a:p>
          <a:endParaRPr lang="en-US"/>
        </a:p>
      </dgm:t>
    </dgm:pt>
    <dgm:pt modelId="{428C644A-B27E-4330-A66B-8BC7976361B7}">
      <dgm:prSet/>
      <dgm:spPr/>
      <dgm:t>
        <a:bodyPr/>
        <a:lstStyle/>
        <a:p>
          <a:pPr>
            <a:defRPr cap="all"/>
          </a:pPr>
          <a:r>
            <a:rPr lang="en-US"/>
            <a:t>ADMIN ACCESS:Email: admin@gmail.comPassword: adminUSER ACCESS:Email: guest@gmail.comPassword: guest</a:t>
          </a:r>
        </a:p>
      </dgm:t>
    </dgm:pt>
    <dgm:pt modelId="{A885E364-6FDD-4ED4-A1E3-DE9A5C82A1E2}" type="parTrans" cxnId="{638985D6-C425-41D9-AD3D-6B1BC03BE1BD}">
      <dgm:prSet/>
      <dgm:spPr/>
      <dgm:t>
        <a:bodyPr/>
        <a:lstStyle/>
        <a:p>
          <a:endParaRPr lang="en-US"/>
        </a:p>
      </dgm:t>
    </dgm:pt>
    <dgm:pt modelId="{426CE62A-2A55-4D37-91D6-6184081C5269}" type="sibTrans" cxnId="{638985D6-C425-41D9-AD3D-6B1BC03BE1BD}">
      <dgm:prSet/>
      <dgm:spPr/>
      <dgm:t>
        <a:bodyPr/>
        <a:lstStyle/>
        <a:p>
          <a:endParaRPr lang="en-US"/>
        </a:p>
      </dgm:t>
    </dgm:pt>
    <dgm:pt modelId="{E3DBF1AC-7270-4A49-820B-009E48BE5FDC}" type="pres">
      <dgm:prSet presAssocID="{CDCABE2C-D339-4AFE-9344-7BC135B8AC26}" presName="root" presStyleCnt="0">
        <dgm:presLayoutVars>
          <dgm:dir/>
          <dgm:resizeHandles val="exact"/>
        </dgm:presLayoutVars>
      </dgm:prSet>
      <dgm:spPr/>
    </dgm:pt>
    <dgm:pt modelId="{F3FC0A25-64DB-499A-800A-131D97E3820B}" type="pres">
      <dgm:prSet presAssocID="{BCC65D2C-C6DB-43B4-B55D-74F98377426D}" presName="compNode" presStyleCnt="0"/>
      <dgm:spPr/>
    </dgm:pt>
    <dgm:pt modelId="{DD11C486-4C78-4702-B902-D838968E3A83}" type="pres">
      <dgm:prSet presAssocID="{BCC65D2C-C6DB-43B4-B55D-74F98377426D}" presName="iconBgRect" presStyleLbl="bgShp" presStyleIdx="0" presStyleCnt="2"/>
      <dgm:spPr/>
    </dgm:pt>
    <dgm:pt modelId="{2321C979-5C90-4F08-ADAA-3761DBC9D66E}" type="pres">
      <dgm:prSet presAssocID="{BCC65D2C-C6DB-43B4-B55D-74F98377426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8521920-AF85-4B42-B3CF-4F40BC669AC0}" type="pres">
      <dgm:prSet presAssocID="{BCC65D2C-C6DB-43B4-B55D-74F98377426D}" presName="spaceRect" presStyleCnt="0"/>
      <dgm:spPr/>
    </dgm:pt>
    <dgm:pt modelId="{5190CD05-7E81-4414-8073-2F00C2FEA68B}" type="pres">
      <dgm:prSet presAssocID="{BCC65D2C-C6DB-43B4-B55D-74F98377426D}" presName="textRect" presStyleLbl="revTx" presStyleIdx="0" presStyleCnt="2">
        <dgm:presLayoutVars>
          <dgm:chMax val="1"/>
          <dgm:chPref val="1"/>
        </dgm:presLayoutVars>
      </dgm:prSet>
      <dgm:spPr/>
    </dgm:pt>
    <dgm:pt modelId="{76DA83FC-725A-4ECB-B4B9-BE330A785B37}" type="pres">
      <dgm:prSet presAssocID="{9C5ACAE7-D57F-43AE-9BCA-F5345F0E71E5}" presName="sibTrans" presStyleCnt="0"/>
      <dgm:spPr/>
    </dgm:pt>
    <dgm:pt modelId="{4D114748-5F33-4B6D-9DDC-A01FEE922B3D}" type="pres">
      <dgm:prSet presAssocID="{428C644A-B27E-4330-A66B-8BC7976361B7}" presName="compNode" presStyleCnt="0"/>
      <dgm:spPr/>
    </dgm:pt>
    <dgm:pt modelId="{966FCDE5-FD6E-4793-860B-279E5DB273D2}" type="pres">
      <dgm:prSet presAssocID="{428C644A-B27E-4330-A66B-8BC7976361B7}" presName="iconBgRect" presStyleLbl="bgShp" presStyleIdx="1" presStyleCnt="2"/>
      <dgm:spPr/>
    </dgm:pt>
    <dgm:pt modelId="{11CFC5E3-F280-4C3A-9DF9-65071DDF807D}" type="pres">
      <dgm:prSet presAssocID="{428C644A-B27E-4330-A66B-8BC7976361B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6161C2D4-981E-4279-A9DE-28A4C9FCA7DD}" type="pres">
      <dgm:prSet presAssocID="{428C644A-B27E-4330-A66B-8BC7976361B7}" presName="spaceRect" presStyleCnt="0"/>
      <dgm:spPr/>
    </dgm:pt>
    <dgm:pt modelId="{FC800BB7-6314-40FD-B40F-81D67AEF8AA0}" type="pres">
      <dgm:prSet presAssocID="{428C644A-B27E-4330-A66B-8BC7976361B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9C1DB53-163C-4C41-ADF1-E77AAEA44C74}" srcId="{CDCABE2C-D339-4AFE-9344-7BC135B8AC26}" destId="{BCC65D2C-C6DB-43B4-B55D-74F98377426D}" srcOrd="0" destOrd="0" parTransId="{F1D45746-E1C8-4D3D-B435-E3E44A236861}" sibTransId="{9C5ACAE7-D57F-43AE-9BCA-F5345F0E71E5}"/>
    <dgm:cxn modelId="{57469F58-7293-472B-B76E-9EF99221075F}" type="presOf" srcId="{428C644A-B27E-4330-A66B-8BC7976361B7}" destId="{FC800BB7-6314-40FD-B40F-81D67AEF8AA0}" srcOrd="0" destOrd="0" presId="urn:microsoft.com/office/officeart/2018/5/layout/IconCircleLabelList"/>
    <dgm:cxn modelId="{00163A87-15E1-49BA-B1A4-CD222368B976}" type="presOf" srcId="{BCC65D2C-C6DB-43B4-B55D-74F98377426D}" destId="{5190CD05-7E81-4414-8073-2F00C2FEA68B}" srcOrd="0" destOrd="0" presId="urn:microsoft.com/office/officeart/2018/5/layout/IconCircleLabelList"/>
    <dgm:cxn modelId="{638985D6-C425-41D9-AD3D-6B1BC03BE1BD}" srcId="{CDCABE2C-D339-4AFE-9344-7BC135B8AC26}" destId="{428C644A-B27E-4330-A66B-8BC7976361B7}" srcOrd="1" destOrd="0" parTransId="{A885E364-6FDD-4ED4-A1E3-DE9A5C82A1E2}" sibTransId="{426CE62A-2A55-4D37-91D6-6184081C5269}"/>
    <dgm:cxn modelId="{83F33BF7-717E-4EF0-91FE-8D810466F2D3}" type="presOf" srcId="{CDCABE2C-D339-4AFE-9344-7BC135B8AC26}" destId="{E3DBF1AC-7270-4A49-820B-009E48BE5FDC}" srcOrd="0" destOrd="0" presId="urn:microsoft.com/office/officeart/2018/5/layout/IconCircleLabelList"/>
    <dgm:cxn modelId="{C97B7E75-1CEE-4B26-A515-A7ADB3D75E68}" type="presParOf" srcId="{E3DBF1AC-7270-4A49-820B-009E48BE5FDC}" destId="{F3FC0A25-64DB-499A-800A-131D97E3820B}" srcOrd="0" destOrd="0" presId="urn:microsoft.com/office/officeart/2018/5/layout/IconCircleLabelList"/>
    <dgm:cxn modelId="{FF88ABB8-2C44-4F3E-BF88-4696A618C5A3}" type="presParOf" srcId="{F3FC0A25-64DB-499A-800A-131D97E3820B}" destId="{DD11C486-4C78-4702-B902-D838968E3A83}" srcOrd="0" destOrd="0" presId="urn:microsoft.com/office/officeart/2018/5/layout/IconCircleLabelList"/>
    <dgm:cxn modelId="{F4514678-8660-4E0E-B6E5-F159290D71F1}" type="presParOf" srcId="{F3FC0A25-64DB-499A-800A-131D97E3820B}" destId="{2321C979-5C90-4F08-ADAA-3761DBC9D66E}" srcOrd="1" destOrd="0" presId="urn:microsoft.com/office/officeart/2018/5/layout/IconCircleLabelList"/>
    <dgm:cxn modelId="{E46E2E40-D605-4DEE-85CE-B4EBA784B36D}" type="presParOf" srcId="{F3FC0A25-64DB-499A-800A-131D97E3820B}" destId="{A8521920-AF85-4B42-B3CF-4F40BC669AC0}" srcOrd="2" destOrd="0" presId="urn:microsoft.com/office/officeart/2018/5/layout/IconCircleLabelList"/>
    <dgm:cxn modelId="{417038A4-49EE-48E9-B66F-312C12123611}" type="presParOf" srcId="{F3FC0A25-64DB-499A-800A-131D97E3820B}" destId="{5190CD05-7E81-4414-8073-2F00C2FEA68B}" srcOrd="3" destOrd="0" presId="urn:microsoft.com/office/officeart/2018/5/layout/IconCircleLabelList"/>
    <dgm:cxn modelId="{88C901F0-2179-47FC-AD6F-FBC051109E14}" type="presParOf" srcId="{E3DBF1AC-7270-4A49-820B-009E48BE5FDC}" destId="{76DA83FC-725A-4ECB-B4B9-BE330A785B37}" srcOrd="1" destOrd="0" presId="urn:microsoft.com/office/officeart/2018/5/layout/IconCircleLabelList"/>
    <dgm:cxn modelId="{A1BD8733-6F39-4BC1-BFDB-661F515A9E87}" type="presParOf" srcId="{E3DBF1AC-7270-4A49-820B-009E48BE5FDC}" destId="{4D114748-5F33-4B6D-9DDC-A01FEE922B3D}" srcOrd="2" destOrd="0" presId="urn:microsoft.com/office/officeart/2018/5/layout/IconCircleLabelList"/>
    <dgm:cxn modelId="{FC120995-9121-46D8-A642-7BCD1AA39FA6}" type="presParOf" srcId="{4D114748-5F33-4B6D-9DDC-A01FEE922B3D}" destId="{966FCDE5-FD6E-4793-860B-279E5DB273D2}" srcOrd="0" destOrd="0" presId="urn:microsoft.com/office/officeart/2018/5/layout/IconCircleLabelList"/>
    <dgm:cxn modelId="{E009E503-12E2-46D1-BB25-1E9594C81267}" type="presParOf" srcId="{4D114748-5F33-4B6D-9DDC-A01FEE922B3D}" destId="{11CFC5E3-F280-4C3A-9DF9-65071DDF807D}" srcOrd="1" destOrd="0" presId="urn:microsoft.com/office/officeart/2018/5/layout/IconCircleLabelList"/>
    <dgm:cxn modelId="{69160BFD-2D5B-43D3-8388-76A27E2A1210}" type="presParOf" srcId="{4D114748-5F33-4B6D-9DDC-A01FEE922B3D}" destId="{6161C2D4-981E-4279-A9DE-28A4C9FCA7DD}" srcOrd="2" destOrd="0" presId="urn:microsoft.com/office/officeart/2018/5/layout/IconCircleLabelList"/>
    <dgm:cxn modelId="{78C7AC73-3CAE-4CEC-B6DF-0EA319390E4C}" type="presParOf" srcId="{4D114748-5F33-4B6D-9DDC-A01FEE922B3D}" destId="{FC800BB7-6314-40FD-B40F-81D67AEF8AA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6DEA86F-9EAE-4FBE-92E8-C50F716E3EB4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AB57D4-6E3B-4829-8998-AF733C6F366E}">
      <dgm:prSet/>
      <dgm:spPr/>
      <dgm:t>
        <a:bodyPr/>
        <a:lstStyle/>
        <a:p>
          <a:r>
            <a:rPr lang="en-US" b="1"/>
            <a:t>Problem: Database Connection Error</a:t>
          </a:r>
          <a:endParaRPr lang="en-US"/>
        </a:p>
      </dgm:t>
    </dgm:pt>
    <dgm:pt modelId="{7240DB56-332A-4298-A9A1-CDD28A6EE6A7}" type="parTrans" cxnId="{BBA583A3-49EE-4E28-BC33-1BA623AACD7E}">
      <dgm:prSet/>
      <dgm:spPr/>
      <dgm:t>
        <a:bodyPr/>
        <a:lstStyle/>
        <a:p>
          <a:endParaRPr lang="en-US"/>
        </a:p>
      </dgm:t>
    </dgm:pt>
    <dgm:pt modelId="{03BD0E72-CC18-434C-9B89-06F148376159}" type="sibTrans" cxnId="{BBA583A3-49EE-4E28-BC33-1BA623AACD7E}">
      <dgm:prSet/>
      <dgm:spPr/>
      <dgm:t>
        <a:bodyPr/>
        <a:lstStyle/>
        <a:p>
          <a:endParaRPr lang="en-US"/>
        </a:p>
      </dgm:t>
    </dgm:pt>
    <dgm:pt modelId="{AAAACF33-5A68-4EEF-99FD-838C64A67C4A}">
      <dgm:prSet/>
      <dgm:spPr/>
      <dgm:t>
        <a:bodyPr/>
        <a:lstStyle/>
        <a:p>
          <a:r>
            <a:rPr lang="en-US" b="1"/>
            <a:t>Solution</a:t>
          </a:r>
          <a:r>
            <a:rPr lang="en-US"/>
            <a:t>: Verify MySQL credentials in application.properties</a:t>
          </a:r>
        </a:p>
      </dgm:t>
    </dgm:pt>
    <dgm:pt modelId="{538AA0B3-18DE-4571-83E3-853B8A2617D2}" type="parTrans" cxnId="{30E3506E-F04E-469C-A2F4-559C471E5A6A}">
      <dgm:prSet/>
      <dgm:spPr/>
      <dgm:t>
        <a:bodyPr/>
        <a:lstStyle/>
        <a:p>
          <a:endParaRPr lang="en-US"/>
        </a:p>
      </dgm:t>
    </dgm:pt>
    <dgm:pt modelId="{F50CB641-DB5A-45EE-A84F-71E07FD734EE}" type="sibTrans" cxnId="{30E3506E-F04E-469C-A2F4-559C471E5A6A}">
      <dgm:prSet/>
      <dgm:spPr/>
      <dgm:t>
        <a:bodyPr/>
        <a:lstStyle/>
        <a:p>
          <a:endParaRPr lang="en-US"/>
        </a:p>
      </dgm:t>
    </dgm:pt>
    <dgm:pt modelId="{2F7DC37B-53FB-4327-AE01-A82055830126}">
      <dgm:prSet/>
      <dgm:spPr/>
      <dgm:t>
        <a:bodyPr/>
        <a:lstStyle/>
        <a:p>
          <a:r>
            <a:rPr lang="en-US" b="1"/>
            <a:t>Problem: Email Not Sending</a:t>
          </a:r>
          <a:endParaRPr lang="en-US"/>
        </a:p>
      </dgm:t>
    </dgm:pt>
    <dgm:pt modelId="{A7146635-98B4-4972-9730-CDF7EE8B5A86}" type="parTrans" cxnId="{40FC5D0E-B804-444D-8E24-5850320A726A}">
      <dgm:prSet/>
      <dgm:spPr/>
      <dgm:t>
        <a:bodyPr/>
        <a:lstStyle/>
        <a:p>
          <a:endParaRPr lang="en-US"/>
        </a:p>
      </dgm:t>
    </dgm:pt>
    <dgm:pt modelId="{F1ADEFC2-E78F-48ED-A493-B58AC8C5A366}" type="sibTrans" cxnId="{40FC5D0E-B804-444D-8E24-5850320A726A}">
      <dgm:prSet/>
      <dgm:spPr/>
      <dgm:t>
        <a:bodyPr/>
        <a:lstStyle/>
        <a:p>
          <a:endParaRPr lang="en-US"/>
        </a:p>
      </dgm:t>
    </dgm:pt>
    <dgm:pt modelId="{3F229B68-16B3-4932-8DF7-FBAEB982CFD7}">
      <dgm:prSet/>
      <dgm:spPr/>
      <dgm:t>
        <a:bodyPr/>
        <a:lstStyle/>
        <a:p>
          <a:r>
            <a:rPr lang="en-US" b="1"/>
            <a:t>Solution</a:t>
          </a:r>
          <a:r>
            <a:rPr lang="en-US"/>
            <a:t>:</a:t>
          </a:r>
        </a:p>
      </dgm:t>
    </dgm:pt>
    <dgm:pt modelId="{318E5EE9-D2B9-4BDC-BFF9-CA152086A945}" type="parTrans" cxnId="{7002649D-F284-4D6B-938F-4700D32466C8}">
      <dgm:prSet/>
      <dgm:spPr/>
      <dgm:t>
        <a:bodyPr/>
        <a:lstStyle/>
        <a:p>
          <a:endParaRPr lang="en-US"/>
        </a:p>
      </dgm:t>
    </dgm:pt>
    <dgm:pt modelId="{A50E3164-5F02-4A67-9F3B-D782C02104A6}" type="sibTrans" cxnId="{7002649D-F284-4D6B-938F-4700D32466C8}">
      <dgm:prSet/>
      <dgm:spPr/>
      <dgm:t>
        <a:bodyPr/>
        <a:lstStyle/>
        <a:p>
          <a:endParaRPr lang="en-US"/>
        </a:p>
      </dgm:t>
    </dgm:pt>
    <dgm:pt modelId="{A486B689-9E8E-4C90-AC31-C661A328E0B4}">
      <dgm:prSet/>
      <dgm:spPr/>
      <dgm:t>
        <a:bodyPr/>
        <a:lstStyle/>
        <a:p>
          <a:r>
            <a:rPr lang="en-US"/>
            <a:t>Enable 2-step verification on Gmail</a:t>
          </a:r>
        </a:p>
      </dgm:t>
    </dgm:pt>
    <dgm:pt modelId="{17D194D9-893C-4FA2-A0A1-B7CC82AECC07}" type="parTrans" cxnId="{EFFBECA4-7122-427C-97DE-E61DC930CE26}">
      <dgm:prSet/>
      <dgm:spPr/>
      <dgm:t>
        <a:bodyPr/>
        <a:lstStyle/>
        <a:p>
          <a:endParaRPr lang="en-US"/>
        </a:p>
      </dgm:t>
    </dgm:pt>
    <dgm:pt modelId="{27ACE01F-87C3-4135-812C-DF6708260E42}" type="sibTrans" cxnId="{EFFBECA4-7122-427C-97DE-E61DC930CE26}">
      <dgm:prSet/>
      <dgm:spPr/>
      <dgm:t>
        <a:bodyPr/>
        <a:lstStyle/>
        <a:p>
          <a:endParaRPr lang="en-US"/>
        </a:p>
      </dgm:t>
    </dgm:pt>
    <dgm:pt modelId="{AA90CF1E-CF34-47BD-81EF-9939A42B7FAD}">
      <dgm:prSet/>
      <dgm:spPr/>
      <dgm:t>
        <a:bodyPr/>
        <a:lstStyle/>
        <a:p>
          <a:r>
            <a:rPr lang="en-US"/>
            <a:t>Generate app password correctly</a:t>
          </a:r>
        </a:p>
      </dgm:t>
    </dgm:pt>
    <dgm:pt modelId="{3BD21D48-E0BE-4E5B-A6C5-E511C0E28993}" type="parTrans" cxnId="{58060E71-AB7F-4500-BBD4-0156044BB169}">
      <dgm:prSet/>
      <dgm:spPr/>
      <dgm:t>
        <a:bodyPr/>
        <a:lstStyle/>
        <a:p>
          <a:endParaRPr lang="en-US"/>
        </a:p>
      </dgm:t>
    </dgm:pt>
    <dgm:pt modelId="{B293AB9A-1024-44B7-935F-43D7C786FAE8}" type="sibTrans" cxnId="{58060E71-AB7F-4500-BBD4-0156044BB169}">
      <dgm:prSet/>
      <dgm:spPr/>
      <dgm:t>
        <a:bodyPr/>
        <a:lstStyle/>
        <a:p>
          <a:endParaRPr lang="en-US"/>
        </a:p>
      </dgm:t>
    </dgm:pt>
    <dgm:pt modelId="{85B53882-2761-467E-8601-5714BA0E931A}">
      <dgm:prSet/>
      <dgm:spPr/>
      <dgm:t>
        <a:bodyPr/>
        <a:lstStyle/>
        <a:p>
          <a:r>
            <a:rPr lang="en-US"/>
            <a:t>Update mailer.email and mailer.password</a:t>
          </a:r>
        </a:p>
      </dgm:t>
    </dgm:pt>
    <dgm:pt modelId="{072C460F-0A24-4D73-8607-5CD56D42F932}" type="parTrans" cxnId="{11457453-84CA-4E54-8D13-1B24B5BD5FC8}">
      <dgm:prSet/>
      <dgm:spPr/>
      <dgm:t>
        <a:bodyPr/>
        <a:lstStyle/>
        <a:p>
          <a:endParaRPr lang="en-US"/>
        </a:p>
      </dgm:t>
    </dgm:pt>
    <dgm:pt modelId="{8B54D652-1446-4D22-B01E-E56621B7FA3B}" type="sibTrans" cxnId="{11457453-84CA-4E54-8D13-1B24B5BD5FC8}">
      <dgm:prSet/>
      <dgm:spPr/>
      <dgm:t>
        <a:bodyPr/>
        <a:lstStyle/>
        <a:p>
          <a:endParaRPr lang="en-US"/>
        </a:p>
      </dgm:t>
    </dgm:pt>
    <dgm:pt modelId="{CA8C11CF-4C36-47AA-BEC1-18C9A9567A11}">
      <dgm:prSet/>
      <dgm:spPr/>
      <dgm:t>
        <a:bodyPr/>
        <a:lstStyle/>
        <a:p>
          <a:r>
            <a:rPr lang="en-US" b="1"/>
            <a:t>Problem: Port Already in Use</a:t>
          </a:r>
          <a:endParaRPr lang="en-US"/>
        </a:p>
      </dgm:t>
    </dgm:pt>
    <dgm:pt modelId="{CF359762-B71F-4B8B-8DFE-9BD7DD1818C5}" type="parTrans" cxnId="{7A480AB9-5832-4058-B868-276AE89C3749}">
      <dgm:prSet/>
      <dgm:spPr/>
      <dgm:t>
        <a:bodyPr/>
        <a:lstStyle/>
        <a:p>
          <a:endParaRPr lang="en-US"/>
        </a:p>
      </dgm:t>
    </dgm:pt>
    <dgm:pt modelId="{16EC622D-E6A4-4B4E-8741-22247F3BF197}" type="sibTrans" cxnId="{7A480AB9-5832-4058-B868-276AE89C3749}">
      <dgm:prSet/>
      <dgm:spPr/>
      <dgm:t>
        <a:bodyPr/>
        <a:lstStyle/>
        <a:p>
          <a:endParaRPr lang="en-US"/>
        </a:p>
      </dgm:t>
    </dgm:pt>
    <dgm:pt modelId="{8781D2DF-9083-4DB0-AC48-33EAD0C22BEF}">
      <dgm:prSet/>
      <dgm:spPr/>
      <dgm:t>
        <a:bodyPr/>
        <a:lstStyle/>
        <a:p>
          <a:r>
            <a:rPr lang="en-US" b="1"/>
            <a:t>Solution</a:t>
          </a:r>
          <a:r>
            <a:rPr lang="en-US"/>
            <a:t>: Change Tomcat port to 8083 in server configuration</a:t>
          </a:r>
        </a:p>
      </dgm:t>
    </dgm:pt>
    <dgm:pt modelId="{315005AD-7C0F-4438-AB53-1A8CD5A958E9}" type="parTrans" cxnId="{0B93B6B2-1C9D-4965-A408-11180C8E7007}">
      <dgm:prSet/>
      <dgm:spPr/>
      <dgm:t>
        <a:bodyPr/>
        <a:lstStyle/>
        <a:p>
          <a:endParaRPr lang="en-US"/>
        </a:p>
      </dgm:t>
    </dgm:pt>
    <dgm:pt modelId="{F1A84F51-727B-43E9-B3A2-BF969C7105D3}" type="sibTrans" cxnId="{0B93B6B2-1C9D-4965-A408-11180C8E7007}">
      <dgm:prSet/>
      <dgm:spPr/>
      <dgm:t>
        <a:bodyPr/>
        <a:lstStyle/>
        <a:p>
          <a:endParaRPr lang="en-US"/>
        </a:p>
      </dgm:t>
    </dgm:pt>
    <dgm:pt modelId="{F4650C22-4C7E-41AD-9293-8554F80A689C}">
      <dgm:prSet/>
      <dgm:spPr/>
      <dgm:t>
        <a:bodyPr/>
        <a:lstStyle/>
        <a:p>
          <a:r>
            <a:rPr lang="en-US" b="1"/>
            <a:t>Problem: Maven Dependencies Error</a:t>
          </a:r>
          <a:endParaRPr lang="en-US"/>
        </a:p>
      </dgm:t>
    </dgm:pt>
    <dgm:pt modelId="{1B6279E2-10CD-4396-83A2-039C0973B8EF}" type="parTrans" cxnId="{A6709E8D-BFBD-4A85-91A5-6D0FB772C20E}">
      <dgm:prSet/>
      <dgm:spPr/>
      <dgm:t>
        <a:bodyPr/>
        <a:lstStyle/>
        <a:p>
          <a:endParaRPr lang="en-US"/>
        </a:p>
      </dgm:t>
    </dgm:pt>
    <dgm:pt modelId="{68D788B6-3E11-48EA-B454-EA75429E279F}" type="sibTrans" cxnId="{A6709E8D-BFBD-4A85-91A5-6D0FB772C20E}">
      <dgm:prSet/>
      <dgm:spPr/>
      <dgm:t>
        <a:bodyPr/>
        <a:lstStyle/>
        <a:p>
          <a:endParaRPr lang="en-US"/>
        </a:p>
      </dgm:t>
    </dgm:pt>
    <dgm:pt modelId="{EDE0978A-F31C-4842-8648-A38DB96C6F91}">
      <dgm:prSet/>
      <dgm:spPr/>
      <dgm:t>
        <a:bodyPr/>
        <a:lstStyle/>
        <a:p>
          <a:r>
            <a:rPr lang="en-US" b="1"/>
            <a:t>Solution</a:t>
          </a:r>
          <a:r>
            <a:rPr lang="en-US"/>
            <a:t>:</a:t>
          </a:r>
        </a:p>
      </dgm:t>
    </dgm:pt>
    <dgm:pt modelId="{79C6644B-00C4-4ED1-BD55-3C9E765FB055}" type="parTrans" cxnId="{4329F3E8-4C0B-4B67-8E5E-381B3C30528F}">
      <dgm:prSet/>
      <dgm:spPr/>
      <dgm:t>
        <a:bodyPr/>
        <a:lstStyle/>
        <a:p>
          <a:endParaRPr lang="en-US"/>
        </a:p>
      </dgm:t>
    </dgm:pt>
    <dgm:pt modelId="{8B8CD3AF-6FC2-41AB-A0AD-D87DD6E6726A}" type="sibTrans" cxnId="{4329F3E8-4C0B-4B67-8E5E-381B3C30528F}">
      <dgm:prSet/>
      <dgm:spPr/>
      <dgm:t>
        <a:bodyPr/>
        <a:lstStyle/>
        <a:p>
          <a:endParaRPr lang="en-US"/>
        </a:p>
      </dgm:t>
    </dgm:pt>
    <dgm:pt modelId="{BDF1BA72-AC97-4962-9C4B-F76B8B7485ED}">
      <dgm:prSet/>
      <dgm:spPr/>
      <dgm:t>
        <a:bodyPr/>
        <a:lstStyle/>
        <a:p>
          <a:r>
            <a:rPr lang="en-US"/>
            <a:t>Right-click project → Maven → Update Project</a:t>
          </a:r>
        </a:p>
      </dgm:t>
    </dgm:pt>
    <dgm:pt modelId="{F818D4CE-8707-4DBE-9289-A7B59AE84D65}" type="parTrans" cxnId="{B0825F2D-A616-4C15-B7F3-A06C4E55C592}">
      <dgm:prSet/>
      <dgm:spPr/>
      <dgm:t>
        <a:bodyPr/>
        <a:lstStyle/>
        <a:p>
          <a:endParaRPr lang="en-US"/>
        </a:p>
      </dgm:t>
    </dgm:pt>
    <dgm:pt modelId="{96F090B8-9F2C-46FA-AC2B-C62E170EB790}" type="sibTrans" cxnId="{B0825F2D-A616-4C15-B7F3-A06C4E55C592}">
      <dgm:prSet/>
      <dgm:spPr/>
      <dgm:t>
        <a:bodyPr/>
        <a:lstStyle/>
        <a:p>
          <a:endParaRPr lang="en-US"/>
        </a:p>
      </dgm:t>
    </dgm:pt>
    <dgm:pt modelId="{86C75571-C429-432E-BE5B-F59B0345BA6B}">
      <dgm:prSet/>
      <dgm:spPr/>
      <dgm:t>
        <a:bodyPr/>
        <a:lstStyle/>
        <a:p>
          <a:r>
            <a:rPr lang="en-US"/>
            <a:t>Force update snapshots/releases</a:t>
          </a:r>
        </a:p>
      </dgm:t>
    </dgm:pt>
    <dgm:pt modelId="{D4003A4E-EEB5-4793-A5A7-54AEC23BF1A6}" type="parTrans" cxnId="{FF2FEDF7-9430-4737-ADDB-A5DC9BB9921B}">
      <dgm:prSet/>
      <dgm:spPr/>
      <dgm:t>
        <a:bodyPr/>
        <a:lstStyle/>
        <a:p>
          <a:endParaRPr lang="en-US"/>
        </a:p>
      </dgm:t>
    </dgm:pt>
    <dgm:pt modelId="{A1B4DF24-0BDF-438F-9C25-8AF6A1C120C3}" type="sibTrans" cxnId="{FF2FEDF7-9430-4737-ADDB-A5DC9BB9921B}">
      <dgm:prSet/>
      <dgm:spPr/>
      <dgm:t>
        <a:bodyPr/>
        <a:lstStyle/>
        <a:p>
          <a:endParaRPr lang="en-US"/>
        </a:p>
      </dgm:t>
    </dgm:pt>
    <dgm:pt modelId="{28329787-CF7D-4997-A7DF-2A4C56A8C32F}">
      <dgm:prSet/>
      <dgm:spPr/>
      <dgm:t>
        <a:bodyPr/>
        <a:lstStyle/>
        <a:p>
          <a:r>
            <a:rPr lang="en-US"/>
            <a:t>Run mvn clean install</a:t>
          </a:r>
        </a:p>
      </dgm:t>
    </dgm:pt>
    <dgm:pt modelId="{FB2E4B35-E831-4A40-BAB5-E331F2730E6D}" type="parTrans" cxnId="{74F73681-7B3D-435D-9823-D6130C33D004}">
      <dgm:prSet/>
      <dgm:spPr/>
      <dgm:t>
        <a:bodyPr/>
        <a:lstStyle/>
        <a:p>
          <a:endParaRPr lang="en-US"/>
        </a:p>
      </dgm:t>
    </dgm:pt>
    <dgm:pt modelId="{5F451CC4-B69A-4B5E-A15F-4472A9962F4A}" type="sibTrans" cxnId="{74F73681-7B3D-435D-9823-D6130C33D004}">
      <dgm:prSet/>
      <dgm:spPr/>
      <dgm:t>
        <a:bodyPr/>
        <a:lstStyle/>
        <a:p>
          <a:endParaRPr lang="en-US"/>
        </a:p>
      </dgm:t>
    </dgm:pt>
    <dgm:pt modelId="{F722721C-BD90-4E0A-AC97-B61AF1111E1C}" type="pres">
      <dgm:prSet presAssocID="{D6DEA86F-9EAE-4FBE-92E8-C50F716E3EB4}" presName="diagram" presStyleCnt="0">
        <dgm:presLayoutVars>
          <dgm:dir/>
          <dgm:resizeHandles val="exact"/>
        </dgm:presLayoutVars>
      </dgm:prSet>
      <dgm:spPr/>
    </dgm:pt>
    <dgm:pt modelId="{BF57B991-1C8C-4780-A29F-BC71CC3C162B}" type="pres">
      <dgm:prSet presAssocID="{0FAB57D4-6E3B-4829-8998-AF733C6F366E}" presName="node" presStyleLbl="node1" presStyleIdx="0" presStyleCnt="14">
        <dgm:presLayoutVars>
          <dgm:bulletEnabled val="1"/>
        </dgm:presLayoutVars>
      </dgm:prSet>
      <dgm:spPr/>
    </dgm:pt>
    <dgm:pt modelId="{CFFB4F8D-E0B7-48CF-9FAA-C3B0C1393AC9}" type="pres">
      <dgm:prSet presAssocID="{03BD0E72-CC18-434C-9B89-06F148376159}" presName="sibTrans" presStyleCnt="0"/>
      <dgm:spPr/>
    </dgm:pt>
    <dgm:pt modelId="{2BD3DA14-6697-4DFD-A0CD-D7FDDBED5FDC}" type="pres">
      <dgm:prSet presAssocID="{AAAACF33-5A68-4EEF-99FD-838C64A67C4A}" presName="node" presStyleLbl="node1" presStyleIdx="1" presStyleCnt="14">
        <dgm:presLayoutVars>
          <dgm:bulletEnabled val="1"/>
        </dgm:presLayoutVars>
      </dgm:prSet>
      <dgm:spPr/>
    </dgm:pt>
    <dgm:pt modelId="{5E1AF503-6B31-4623-99BA-C286B7AE3373}" type="pres">
      <dgm:prSet presAssocID="{F50CB641-DB5A-45EE-A84F-71E07FD734EE}" presName="sibTrans" presStyleCnt="0"/>
      <dgm:spPr/>
    </dgm:pt>
    <dgm:pt modelId="{11791EC3-64A6-41BF-B72D-EC2DE14320D9}" type="pres">
      <dgm:prSet presAssocID="{2F7DC37B-53FB-4327-AE01-A82055830126}" presName="node" presStyleLbl="node1" presStyleIdx="2" presStyleCnt="14">
        <dgm:presLayoutVars>
          <dgm:bulletEnabled val="1"/>
        </dgm:presLayoutVars>
      </dgm:prSet>
      <dgm:spPr/>
    </dgm:pt>
    <dgm:pt modelId="{CD45EC06-EFF5-4283-AB25-DA92A623A452}" type="pres">
      <dgm:prSet presAssocID="{F1ADEFC2-E78F-48ED-A493-B58AC8C5A366}" presName="sibTrans" presStyleCnt="0"/>
      <dgm:spPr/>
    </dgm:pt>
    <dgm:pt modelId="{5349ED84-AFDC-4887-B3C9-1EEB794A2832}" type="pres">
      <dgm:prSet presAssocID="{3F229B68-16B3-4932-8DF7-FBAEB982CFD7}" presName="node" presStyleLbl="node1" presStyleIdx="3" presStyleCnt="14">
        <dgm:presLayoutVars>
          <dgm:bulletEnabled val="1"/>
        </dgm:presLayoutVars>
      </dgm:prSet>
      <dgm:spPr/>
    </dgm:pt>
    <dgm:pt modelId="{5ED1182D-B9B0-4289-8D79-A7BC775A791E}" type="pres">
      <dgm:prSet presAssocID="{A50E3164-5F02-4A67-9F3B-D782C02104A6}" presName="sibTrans" presStyleCnt="0"/>
      <dgm:spPr/>
    </dgm:pt>
    <dgm:pt modelId="{D38ADCA1-3639-4A21-B2FF-0AFD6A30C474}" type="pres">
      <dgm:prSet presAssocID="{A486B689-9E8E-4C90-AC31-C661A328E0B4}" presName="node" presStyleLbl="node1" presStyleIdx="4" presStyleCnt="14">
        <dgm:presLayoutVars>
          <dgm:bulletEnabled val="1"/>
        </dgm:presLayoutVars>
      </dgm:prSet>
      <dgm:spPr/>
    </dgm:pt>
    <dgm:pt modelId="{731B0E48-B138-4D70-8F13-40FE0082043E}" type="pres">
      <dgm:prSet presAssocID="{27ACE01F-87C3-4135-812C-DF6708260E42}" presName="sibTrans" presStyleCnt="0"/>
      <dgm:spPr/>
    </dgm:pt>
    <dgm:pt modelId="{DF47CFAA-723A-4643-B323-F3179BD21D6F}" type="pres">
      <dgm:prSet presAssocID="{AA90CF1E-CF34-47BD-81EF-9939A42B7FAD}" presName="node" presStyleLbl="node1" presStyleIdx="5" presStyleCnt="14">
        <dgm:presLayoutVars>
          <dgm:bulletEnabled val="1"/>
        </dgm:presLayoutVars>
      </dgm:prSet>
      <dgm:spPr/>
    </dgm:pt>
    <dgm:pt modelId="{A50151FF-D596-4907-B782-AED5E7EEB137}" type="pres">
      <dgm:prSet presAssocID="{B293AB9A-1024-44B7-935F-43D7C786FAE8}" presName="sibTrans" presStyleCnt="0"/>
      <dgm:spPr/>
    </dgm:pt>
    <dgm:pt modelId="{E8006609-248B-467A-BFCE-3210867B4819}" type="pres">
      <dgm:prSet presAssocID="{85B53882-2761-467E-8601-5714BA0E931A}" presName="node" presStyleLbl="node1" presStyleIdx="6" presStyleCnt="14">
        <dgm:presLayoutVars>
          <dgm:bulletEnabled val="1"/>
        </dgm:presLayoutVars>
      </dgm:prSet>
      <dgm:spPr/>
    </dgm:pt>
    <dgm:pt modelId="{2858D893-4D79-4A70-94C6-B362293BDDE6}" type="pres">
      <dgm:prSet presAssocID="{8B54D652-1446-4D22-B01E-E56621B7FA3B}" presName="sibTrans" presStyleCnt="0"/>
      <dgm:spPr/>
    </dgm:pt>
    <dgm:pt modelId="{0DDAB7CC-5657-4895-BB62-66A454474042}" type="pres">
      <dgm:prSet presAssocID="{CA8C11CF-4C36-47AA-BEC1-18C9A9567A11}" presName="node" presStyleLbl="node1" presStyleIdx="7" presStyleCnt="14">
        <dgm:presLayoutVars>
          <dgm:bulletEnabled val="1"/>
        </dgm:presLayoutVars>
      </dgm:prSet>
      <dgm:spPr/>
    </dgm:pt>
    <dgm:pt modelId="{BDA039E9-F452-4AA8-A3CD-EF6995D3614D}" type="pres">
      <dgm:prSet presAssocID="{16EC622D-E6A4-4B4E-8741-22247F3BF197}" presName="sibTrans" presStyleCnt="0"/>
      <dgm:spPr/>
    </dgm:pt>
    <dgm:pt modelId="{7A175FC4-FAFD-420A-ABFD-814D470D1951}" type="pres">
      <dgm:prSet presAssocID="{8781D2DF-9083-4DB0-AC48-33EAD0C22BEF}" presName="node" presStyleLbl="node1" presStyleIdx="8" presStyleCnt="14">
        <dgm:presLayoutVars>
          <dgm:bulletEnabled val="1"/>
        </dgm:presLayoutVars>
      </dgm:prSet>
      <dgm:spPr/>
    </dgm:pt>
    <dgm:pt modelId="{8F961C39-D816-4DE7-B34C-4304EBB7DFA6}" type="pres">
      <dgm:prSet presAssocID="{F1A84F51-727B-43E9-B3A2-BF969C7105D3}" presName="sibTrans" presStyleCnt="0"/>
      <dgm:spPr/>
    </dgm:pt>
    <dgm:pt modelId="{35D09C2E-8F93-4FD8-AA2F-35544D1EC857}" type="pres">
      <dgm:prSet presAssocID="{F4650C22-4C7E-41AD-9293-8554F80A689C}" presName="node" presStyleLbl="node1" presStyleIdx="9" presStyleCnt="14">
        <dgm:presLayoutVars>
          <dgm:bulletEnabled val="1"/>
        </dgm:presLayoutVars>
      </dgm:prSet>
      <dgm:spPr/>
    </dgm:pt>
    <dgm:pt modelId="{BB3BB695-E04F-45CD-88B9-DB162628D4BB}" type="pres">
      <dgm:prSet presAssocID="{68D788B6-3E11-48EA-B454-EA75429E279F}" presName="sibTrans" presStyleCnt="0"/>
      <dgm:spPr/>
    </dgm:pt>
    <dgm:pt modelId="{5539644B-1243-4D4A-8EC4-79CCBBADC571}" type="pres">
      <dgm:prSet presAssocID="{EDE0978A-F31C-4842-8648-A38DB96C6F91}" presName="node" presStyleLbl="node1" presStyleIdx="10" presStyleCnt="14">
        <dgm:presLayoutVars>
          <dgm:bulletEnabled val="1"/>
        </dgm:presLayoutVars>
      </dgm:prSet>
      <dgm:spPr/>
    </dgm:pt>
    <dgm:pt modelId="{25B16E77-286A-42A6-A3D0-067F1C57A9F9}" type="pres">
      <dgm:prSet presAssocID="{8B8CD3AF-6FC2-41AB-A0AD-D87DD6E6726A}" presName="sibTrans" presStyleCnt="0"/>
      <dgm:spPr/>
    </dgm:pt>
    <dgm:pt modelId="{E1C7308F-309B-4F5E-87DA-17A3E9DAA928}" type="pres">
      <dgm:prSet presAssocID="{BDF1BA72-AC97-4962-9C4B-F76B8B7485ED}" presName="node" presStyleLbl="node1" presStyleIdx="11" presStyleCnt="14">
        <dgm:presLayoutVars>
          <dgm:bulletEnabled val="1"/>
        </dgm:presLayoutVars>
      </dgm:prSet>
      <dgm:spPr/>
    </dgm:pt>
    <dgm:pt modelId="{A49DCDF3-A91E-463F-8E2C-C1CF6ED02BAB}" type="pres">
      <dgm:prSet presAssocID="{96F090B8-9F2C-46FA-AC2B-C62E170EB790}" presName="sibTrans" presStyleCnt="0"/>
      <dgm:spPr/>
    </dgm:pt>
    <dgm:pt modelId="{178CE24C-7438-4601-8A7E-F1F87E03DB7E}" type="pres">
      <dgm:prSet presAssocID="{86C75571-C429-432E-BE5B-F59B0345BA6B}" presName="node" presStyleLbl="node1" presStyleIdx="12" presStyleCnt="14">
        <dgm:presLayoutVars>
          <dgm:bulletEnabled val="1"/>
        </dgm:presLayoutVars>
      </dgm:prSet>
      <dgm:spPr/>
    </dgm:pt>
    <dgm:pt modelId="{A86F7B60-B4FC-437E-9FD4-ECF8E6E16FBC}" type="pres">
      <dgm:prSet presAssocID="{A1B4DF24-0BDF-438F-9C25-8AF6A1C120C3}" presName="sibTrans" presStyleCnt="0"/>
      <dgm:spPr/>
    </dgm:pt>
    <dgm:pt modelId="{18E638C9-F10B-4C2C-A376-F0B7BE3C2127}" type="pres">
      <dgm:prSet presAssocID="{28329787-CF7D-4997-A7DF-2A4C56A8C32F}" presName="node" presStyleLbl="node1" presStyleIdx="13" presStyleCnt="14">
        <dgm:presLayoutVars>
          <dgm:bulletEnabled val="1"/>
        </dgm:presLayoutVars>
      </dgm:prSet>
      <dgm:spPr/>
    </dgm:pt>
  </dgm:ptLst>
  <dgm:cxnLst>
    <dgm:cxn modelId="{38E3A30A-9DD0-4E98-AC11-04C93B95801C}" type="presOf" srcId="{AA90CF1E-CF34-47BD-81EF-9939A42B7FAD}" destId="{DF47CFAA-723A-4643-B323-F3179BD21D6F}" srcOrd="0" destOrd="0" presId="urn:microsoft.com/office/officeart/2005/8/layout/default"/>
    <dgm:cxn modelId="{40FC5D0E-B804-444D-8E24-5850320A726A}" srcId="{D6DEA86F-9EAE-4FBE-92E8-C50F716E3EB4}" destId="{2F7DC37B-53FB-4327-AE01-A82055830126}" srcOrd="2" destOrd="0" parTransId="{A7146635-98B4-4972-9730-CDF7EE8B5A86}" sibTransId="{F1ADEFC2-E78F-48ED-A493-B58AC8C5A366}"/>
    <dgm:cxn modelId="{6B43EA14-7681-46E7-8F68-B6A8125E7BD6}" type="presOf" srcId="{85B53882-2761-467E-8601-5714BA0E931A}" destId="{E8006609-248B-467A-BFCE-3210867B4819}" srcOrd="0" destOrd="0" presId="urn:microsoft.com/office/officeart/2005/8/layout/default"/>
    <dgm:cxn modelId="{1731722A-6028-4996-ADEF-3C9D348E9C9F}" type="presOf" srcId="{BDF1BA72-AC97-4962-9C4B-F76B8B7485ED}" destId="{E1C7308F-309B-4F5E-87DA-17A3E9DAA928}" srcOrd="0" destOrd="0" presId="urn:microsoft.com/office/officeart/2005/8/layout/default"/>
    <dgm:cxn modelId="{B0825F2D-A616-4C15-B7F3-A06C4E55C592}" srcId="{D6DEA86F-9EAE-4FBE-92E8-C50F716E3EB4}" destId="{BDF1BA72-AC97-4962-9C4B-F76B8B7485ED}" srcOrd="11" destOrd="0" parTransId="{F818D4CE-8707-4DBE-9289-A7B59AE84D65}" sibTransId="{96F090B8-9F2C-46FA-AC2B-C62E170EB790}"/>
    <dgm:cxn modelId="{3010583E-ECD0-4E12-A4E1-3B50A0DB5C8A}" type="presOf" srcId="{2F7DC37B-53FB-4327-AE01-A82055830126}" destId="{11791EC3-64A6-41BF-B72D-EC2DE14320D9}" srcOrd="0" destOrd="0" presId="urn:microsoft.com/office/officeart/2005/8/layout/default"/>
    <dgm:cxn modelId="{0E847066-34B3-43AC-92B9-672445DF2AD0}" type="presOf" srcId="{0FAB57D4-6E3B-4829-8998-AF733C6F366E}" destId="{BF57B991-1C8C-4780-A29F-BC71CC3C162B}" srcOrd="0" destOrd="0" presId="urn:microsoft.com/office/officeart/2005/8/layout/default"/>
    <dgm:cxn modelId="{576B6468-B067-416A-A328-FA89866FF2D1}" type="presOf" srcId="{D6DEA86F-9EAE-4FBE-92E8-C50F716E3EB4}" destId="{F722721C-BD90-4E0A-AC97-B61AF1111E1C}" srcOrd="0" destOrd="0" presId="urn:microsoft.com/office/officeart/2005/8/layout/default"/>
    <dgm:cxn modelId="{30E3506E-F04E-469C-A2F4-559C471E5A6A}" srcId="{D6DEA86F-9EAE-4FBE-92E8-C50F716E3EB4}" destId="{AAAACF33-5A68-4EEF-99FD-838C64A67C4A}" srcOrd="1" destOrd="0" parTransId="{538AA0B3-18DE-4571-83E3-853B8A2617D2}" sibTransId="{F50CB641-DB5A-45EE-A84F-71E07FD734EE}"/>
    <dgm:cxn modelId="{58060E71-AB7F-4500-BBD4-0156044BB169}" srcId="{D6DEA86F-9EAE-4FBE-92E8-C50F716E3EB4}" destId="{AA90CF1E-CF34-47BD-81EF-9939A42B7FAD}" srcOrd="5" destOrd="0" parTransId="{3BD21D48-E0BE-4E5B-A6C5-E511C0E28993}" sibTransId="{B293AB9A-1024-44B7-935F-43D7C786FAE8}"/>
    <dgm:cxn modelId="{D11F4772-6980-4F43-A1EF-DA0A2369E8FD}" type="presOf" srcId="{AAAACF33-5A68-4EEF-99FD-838C64A67C4A}" destId="{2BD3DA14-6697-4DFD-A0CD-D7FDDBED5FDC}" srcOrd="0" destOrd="0" presId="urn:microsoft.com/office/officeart/2005/8/layout/default"/>
    <dgm:cxn modelId="{11457453-84CA-4E54-8D13-1B24B5BD5FC8}" srcId="{D6DEA86F-9EAE-4FBE-92E8-C50F716E3EB4}" destId="{85B53882-2761-467E-8601-5714BA0E931A}" srcOrd="6" destOrd="0" parTransId="{072C460F-0A24-4D73-8607-5CD56D42F932}" sibTransId="{8B54D652-1446-4D22-B01E-E56621B7FA3B}"/>
    <dgm:cxn modelId="{74F73681-7B3D-435D-9823-D6130C33D004}" srcId="{D6DEA86F-9EAE-4FBE-92E8-C50F716E3EB4}" destId="{28329787-CF7D-4997-A7DF-2A4C56A8C32F}" srcOrd="13" destOrd="0" parTransId="{FB2E4B35-E831-4A40-BAB5-E331F2730E6D}" sibTransId="{5F451CC4-B69A-4B5E-A15F-4472A9962F4A}"/>
    <dgm:cxn modelId="{AAA1458B-4C66-42A6-B34C-0D7FA39BB1F9}" type="presOf" srcId="{28329787-CF7D-4997-A7DF-2A4C56A8C32F}" destId="{18E638C9-F10B-4C2C-A376-F0B7BE3C2127}" srcOrd="0" destOrd="0" presId="urn:microsoft.com/office/officeart/2005/8/layout/default"/>
    <dgm:cxn modelId="{A6709E8D-BFBD-4A85-91A5-6D0FB772C20E}" srcId="{D6DEA86F-9EAE-4FBE-92E8-C50F716E3EB4}" destId="{F4650C22-4C7E-41AD-9293-8554F80A689C}" srcOrd="9" destOrd="0" parTransId="{1B6279E2-10CD-4396-83A2-039C0973B8EF}" sibTransId="{68D788B6-3E11-48EA-B454-EA75429E279F}"/>
    <dgm:cxn modelId="{9046BB93-ED12-40C6-8054-ABEB618CC950}" type="presOf" srcId="{86C75571-C429-432E-BE5B-F59B0345BA6B}" destId="{178CE24C-7438-4601-8A7E-F1F87E03DB7E}" srcOrd="0" destOrd="0" presId="urn:microsoft.com/office/officeart/2005/8/layout/default"/>
    <dgm:cxn modelId="{7002649D-F284-4D6B-938F-4700D32466C8}" srcId="{D6DEA86F-9EAE-4FBE-92E8-C50F716E3EB4}" destId="{3F229B68-16B3-4932-8DF7-FBAEB982CFD7}" srcOrd="3" destOrd="0" parTransId="{318E5EE9-D2B9-4BDC-BFF9-CA152086A945}" sibTransId="{A50E3164-5F02-4A67-9F3B-D782C02104A6}"/>
    <dgm:cxn modelId="{621F7E9D-E69B-4693-A007-3DD52C86B31B}" type="presOf" srcId="{EDE0978A-F31C-4842-8648-A38DB96C6F91}" destId="{5539644B-1243-4D4A-8EC4-79CCBBADC571}" srcOrd="0" destOrd="0" presId="urn:microsoft.com/office/officeart/2005/8/layout/default"/>
    <dgm:cxn modelId="{0E77009F-55C8-4AC1-BA5A-2DA1A3999822}" type="presOf" srcId="{3F229B68-16B3-4932-8DF7-FBAEB982CFD7}" destId="{5349ED84-AFDC-4887-B3C9-1EEB794A2832}" srcOrd="0" destOrd="0" presId="urn:microsoft.com/office/officeart/2005/8/layout/default"/>
    <dgm:cxn modelId="{BBA583A3-49EE-4E28-BC33-1BA623AACD7E}" srcId="{D6DEA86F-9EAE-4FBE-92E8-C50F716E3EB4}" destId="{0FAB57D4-6E3B-4829-8998-AF733C6F366E}" srcOrd="0" destOrd="0" parTransId="{7240DB56-332A-4298-A9A1-CDD28A6EE6A7}" sibTransId="{03BD0E72-CC18-434C-9B89-06F148376159}"/>
    <dgm:cxn modelId="{EFFBECA4-7122-427C-97DE-E61DC930CE26}" srcId="{D6DEA86F-9EAE-4FBE-92E8-C50F716E3EB4}" destId="{A486B689-9E8E-4C90-AC31-C661A328E0B4}" srcOrd="4" destOrd="0" parTransId="{17D194D9-893C-4FA2-A0A1-B7CC82AECC07}" sibTransId="{27ACE01F-87C3-4135-812C-DF6708260E42}"/>
    <dgm:cxn modelId="{9B8AF1AC-BEE7-4EBC-95C8-3497EB83D0ED}" type="presOf" srcId="{A486B689-9E8E-4C90-AC31-C661A328E0B4}" destId="{D38ADCA1-3639-4A21-B2FF-0AFD6A30C474}" srcOrd="0" destOrd="0" presId="urn:microsoft.com/office/officeart/2005/8/layout/default"/>
    <dgm:cxn modelId="{0B93B6B2-1C9D-4965-A408-11180C8E7007}" srcId="{D6DEA86F-9EAE-4FBE-92E8-C50F716E3EB4}" destId="{8781D2DF-9083-4DB0-AC48-33EAD0C22BEF}" srcOrd="8" destOrd="0" parTransId="{315005AD-7C0F-4438-AB53-1A8CD5A958E9}" sibTransId="{F1A84F51-727B-43E9-B3A2-BF969C7105D3}"/>
    <dgm:cxn modelId="{7A480AB9-5832-4058-B868-276AE89C3749}" srcId="{D6DEA86F-9EAE-4FBE-92E8-C50F716E3EB4}" destId="{CA8C11CF-4C36-47AA-BEC1-18C9A9567A11}" srcOrd="7" destOrd="0" parTransId="{CF359762-B71F-4B8B-8DFE-9BD7DD1818C5}" sibTransId="{16EC622D-E6A4-4B4E-8741-22247F3BF197}"/>
    <dgm:cxn modelId="{8A5761BC-CA25-4B46-844C-41597568FFF4}" type="presOf" srcId="{8781D2DF-9083-4DB0-AC48-33EAD0C22BEF}" destId="{7A175FC4-FAFD-420A-ABFD-814D470D1951}" srcOrd="0" destOrd="0" presId="urn:microsoft.com/office/officeart/2005/8/layout/default"/>
    <dgm:cxn modelId="{2996BEC9-A5EC-4BF3-87F9-77FCBB14675D}" type="presOf" srcId="{F4650C22-4C7E-41AD-9293-8554F80A689C}" destId="{35D09C2E-8F93-4FD8-AA2F-35544D1EC857}" srcOrd="0" destOrd="0" presId="urn:microsoft.com/office/officeart/2005/8/layout/default"/>
    <dgm:cxn modelId="{4329F3E8-4C0B-4B67-8E5E-381B3C30528F}" srcId="{D6DEA86F-9EAE-4FBE-92E8-C50F716E3EB4}" destId="{EDE0978A-F31C-4842-8648-A38DB96C6F91}" srcOrd="10" destOrd="0" parTransId="{79C6644B-00C4-4ED1-BD55-3C9E765FB055}" sibTransId="{8B8CD3AF-6FC2-41AB-A0AD-D87DD6E6726A}"/>
    <dgm:cxn modelId="{60C345E9-A5D7-47C8-986B-6AA8BD7A9F94}" type="presOf" srcId="{CA8C11CF-4C36-47AA-BEC1-18C9A9567A11}" destId="{0DDAB7CC-5657-4895-BB62-66A454474042}" srcOrd="0" destOrd="0" presId="urn:microsoft.com/office/officeart/2005/8/layout/default"/>
    <dgm:cxn modelId="{FF2FEDF7-9430-4737-ADDB-A5DC9BB9921B}" srcId="{D6DEA86F-9EAE-4FBE-92E8-C50F716E3EB4}" destId="{86C75571-C429-432E-BE5B-F59B0345BA6B}" srcOrd="12" destOrd="0" parTransId="{D4003A4E-EEB5-4793-A5A7-54AEC23BF1A6}" sibTransId="{A1B4DF24-0BDF-438F-9C25-8AF6A1C120C3}"/>
    <dgm:cxn modelId="{4D532F6F-0A81-4958-96AE-1876E02271CB}" type="presParOf" srcId="{F722721C-BD90-4E0A-AC97-B61AF1111E1C}" destId="{BF57B991-1C8C-4780-A29F-BC71CC3C162B}" srcOrd="0" destOrd="0" presId="urn:microsoft.com/office/officeart/2005/8/layout/default"/>
    <dgm:cxn modelId="{C592AE83-7071-4DEC-8102-F4CFC321462A}" type="presParOf" srcId="{F722721C-BD90-4E0A-AC97-B61AF1111E1C}" destId="{CFFB4F8D-E0B7-48CF-9FAA-C3B0C1393AC9}" srcOrd="1" destOrd="0" presId="urn:microsoft.com/office/officeart/2005/8/layout/default"/>
    <dgm:cxn modelId="{BB04B5C0-C6EE-4FF5-B4AD-28524BCD6438}" type="presParOf" srcId="{F722721C-BD90-4E0A-AC97-B61AF1111E1C}" destId="{2BD3DA14-6697-4DFD-A0CD-D7FDDBED5FDC}" srcOrd="2" destOrd="0" presId="urn:microsoft.com/office/officeart/2005/8/layout/default"/>
    <dgm:cxn modelId="{FA0FB1BB-A959-4DC7-BB71-EFD0B5CF5614}" type="presParOf" srcId="{F722721C-BD90-4E0A-AC97-B61AF1111E1C}" destId="{5E1AF503-6B31-4623-99BA-C286B7AE3373}" srcOrd="3" destOrd="0" presId="urn:microsoft.com/office/officeart/2005/8/layout/default"/>
    <dgm:cxn modelId="{7E0F7DDF-A8E7-49A3-A185-4B7EF5A8194E}" type="presParOf" srcId="{F722721C-BD90-4E0A-AC97-B61AF1111E1C}" destId="{11791EC3-64A6-41BF-B72D-EC2DE14320D9}" srcOrd="4" destOrd="0" presId="urn:microsoft.com/office/officeart/2005/8/layout/default"/>
    <dgm:cxn modelId="{050FA3C2-A299-4702-A993-BF324D178899}" type="presParOf" srcId="{F722721C-BD90-4E0A-AC97-B61AF1111E1C}" destId="{CD45EC06-EFF5-4283-AB25-DA92A623A452}" srcOrd="5" destOrd="0" presId="urn:microsoft.com/office/officeart/2005/8/layout/default"/>
    <dgm:cxn modelId="{1C89A817-FF1E-42A9-8E0C-480153C77A01}" type="presParOf" srcId="{F722721C-BD90-4E0A-AC97-B61AF1111E1C}" destId="{5349ED84-AFDC-4887-B3C9-1EEB794A2832}" srcOrd="6" destOrd="0" presId="urn:microsoft.com/office/officeart/2005/8/layout/default"/>
    <dgm:cxn modelId="{25DB827D-77FA-4037-8FF3-66B1438D91B5}" type="presParOf" srcId="{F722721C-BD90-4E0A-AC97-B61AF1111E1C}" destId="{5ED1182D-B9B0-4289-8D79-A7BC775A791E}" srcOrd="7" destOrd="0" presId="urn:microsoft.com/office/officeart/2005/8/layout/default"/>
    <dgm:cxn modelId="{A41D5FE5-BFBC-4E7D-8F22-CECA4F4974B3}" type="presParOf" srcId="{F722721C-BD90-4E0A-AC97-B61AF1111E1C}" destId="{D38ADCA1-3639-4A21-B2FF-0AFD6A30C474}" srcOrd="8" destOrd="0" presId="urn:microsoft.com/office/officeart/2005/8/layout/default"/>
    <dgm:cxn modelId="{DEC28137-D27C-46C4-9D26-1F8C8486B378}" type="presParOf" srcId="{F722721C-BD90-4E0A-AC97-B61AF1111E1C}" destId="{731B0E48-B138-4D70-8F13-40FE0082043E}" srcOrd="9" destOrd="0" presId="urn:microsoft.com/office/officeart/2005/8/layout/default"/>
    <dgm:cxn modelId="{F8FA41A9-C436-40AE-A518-F51C11118F9F}" type="presParOf" srcId="{F722721C-BD90-4E0A-AC97-B61AF1111E1C}" destId="{DF47CFAA-723A-4643-B323-F3179BD21D6F}" srcOrd="10" destOrd="0" presId="urn:microsoft.com/office/officeart/2005/8/layout/default"/>
    <dgm:cxn modelId="{13AFBFC0-D873-496D-A22A-1C2809682A70}" type="presParOf" srcId="{F722721C-BD90-4E0A-AC97-B61AF1111E1C}" destId="{A50151FF-D596-4907-B782-AED5E7EEB137}" srcOrd="11" destOrd="0" presId="urn:microsoft.com/office/officeart/2005/8/layout/default"/>
    <dgm:cxn modelId="{28DCCB5C-8EF3-4648-8374-0E557ADCF504}" type="presParOf" srcId="{F722721C-BD90-4E0A-AC97-B61AF1111E1C}" destId="{E8006609-248B-467A-BFCE-3210867B4819}" srcOrd="12" destOrd="0" presId="urn:microsoft.com/office/officeart/2005/8/layout/default"/>
    <dgm:cxn modelId="{137DDE28-C8D4-48FA-966A-A51821477D27}" type="presParOf" srcId="{F722721C-BD90-4E0A-AC97-B61AF1111E1C}" destId="{2858D893-4D79-4A70-94C6-B362293BDDE6}" srcOrd="13" destOrd="0" presId="urn:microsoft.com/office/officeart/2005/8/layout/default"/>
    <dgm:cxn modelId="{E5E9C938-D22F-4A7D-924B-9ED3A6E218C9}" type="presParOf" srcId="{F722721C-BD90-4E0A-AC97-B61AF1111E1C}" destId="{0DDAB7CC-5657-4895-BB62-66A454474042}" srcOrd="14" destOrd="0" presId="urn:microsoft.com/office/officeart/2005/8/layout/default"/>
    <dgm:cxn modelId="{1894D391-872F-4CF4-9DB3-2619BA4CF45A}" type="presParOf" srcId="{F722721C-BD90-4E0A-AC97-B61AF1111E1C}" destId="{BDA039E9-F452-4AA8-A3CD-EF6995D3614D}" srcOrd="15" destOrd="0" presId="urn:microsoft.com/office/officeart/2005/8/layout/default"/>
    <dgm:cxn modelId="{63A1977E-E840-47DE-9584-E46904A7DBB8}" type="presParOf" srcId="{F722721C-BD90-4E0A-AC97-B61AF1111E1C}" destId="{7A175FC4-FAFD-420A-ABFD-814D470D1951}" srcOrd="16" destOrd="0" presId="urn:microsoft.com/office/officeart/2005/8/layout/default"/>
    <dgm:cxn modelId="{43A40B7B-FA8C-4550-83AC-0F732E144AF6}" type="presParOf" srcId="{F722721C-BD90-4E0A-AC97-B61AF1111E1C}" destId="{8F961C39-D816-4DE7-B34C-4304EBB7DFA6}" srcOrd="17" destOrd="0" presId="urn:microsoft.com/office/officeart/2005/8/layout/default"/>
    <dgm:cxn modelId="{44E0BAEE-74C0-4735-B39F-3FFDD05C5D00}" type="presParOf" srcId="{F722721C-BD90-4E0A-AC97-B61AF1111E1C}" destId="{35D09C2E-8F93-4FD8-AA2F-35544D1EC857}" srcOrd="18" destOrd="0" presId="urn:microsoft.com/office/officeart/2005/8/layout/default"/>
    <dgm:cxn modelId="{B36FF5AF-15C2-44BD-AD27-B39BAD0A28E6}" type="presParOf" srcId="{F722721C-BD90-4E0A-AC97-B61AF1111E1C}" destId="{BB3BB695-E04F-45CD-88B9-DB162628D4BB}" srcOrd="19" destOrd="0" presId="urn:microsoft.com/office/officeart/2005/8/layout/default"/>
    <dgm:cxn modelId="{58CBA8B6-0258-4041-AA84-F3B2C47E5C24}" type="presParOf" srcId="{F722721C-BD90-4E0A-AC97-B61AF1111E1C}" destId="{5539644B-1243-4D4A-8EC4-79CCBBADC571}" srcOrd="20" destOrd="0" presId="urn:microsoft.com/office/officeart/2005/8/layout/default"/>
    <dgm:cxn modelId="{0341C3F5-EF0E-4C10-BD02-FA50CF676FF1}" type="presParOf" srcId="{F722721C-BD90-4E0A-AC97-B61AF1111E1C}" destId="{25B16E77-286A-42A6-A3D0-067F1C57A9F9}" srcOrd="21" destOrd="0" presId="urn:microsoft.com/office/officeart/2005/8/layout/default"/>
    <dgm:cxn modelId="{9F2C1F9A-8324-470C-8257-F141AD9406EC}" type="presParOf" srcId="{F722721C-BD90-4E0A-AC97-B61AF1111E1C}" destId="{E1C7308F-309B-4F5E-87DA-17A3E9DAA928}" srcOrd="22" destOrd="0" presId="urn:microsoft.com/office/officeart/2005/8/layout/default"/>
    <dgm:cxn modelId="{A819CAA5-59DF-49A9-AEC8-688F3127FE30}" type="presParOf" srcId="{F722721C-BD90-4E0A-AC97-B61AF1111E1C}" destId="{A49DCDF3-A91E-463F-8E2C-C1CF6ED02BAB}" srcOrd="23" destOrd="0" presId="urn:microsoft.com/office/officeart/2005/8/layout/default"/>
    <dgm:cxn modelId="{930A8D4A-1B0B-43F2-A1BC-CF7A938BC4CC}" type="presParOf" srcId="{F722721C-BD90-4E0A-AC97-B61AF1111E1C}" destId="{178CE24C-7438-4601-8A7E-F1F87E03DB7E}" srcOrd="24" destOrd="0" presId="urn:microsoft.com/office/officeart/2005/8/layout/default"/>
    <dgm:cxn modelId="{326B9FBF-66DE-47BD-9F2C-4410141ED2DD}" type="presParOf" srcId="{F722721C-BD90-4E0A-AC97-B61AF1111E1C}" destId="{A86F7B60-B4FC-437E-9FD4-ECF8E6E16FBC}" srcOrd="25" destOrd="0" presId="urn:microsoft.com/office/officeart/2005/8/layout/default"/>
    <dgm:cxn modelId="{305CA0DF-787F-4F0D-9990-2910EA340016}" type="presParOf" srcId="{F722721C-BD90-4E0A-AC97-B61AF1111E1C}" destId="{18E638C9-F10B-4C2C-A376-F0B7BE3C2127}" srcOrd="2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1C16949-AAA1-4EF6-BD37-5C3A3181EEF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A60FE38-797D-44C4-BDB5-A2C0D7AB131A}">
      <dgm:prSet/>
      <dgm:spPr/>
      <dgm:t>
        <a:bodyPr/>
        <a:lstStyle/>
        <a:p>
          <a:r>
            <a:rPr lang="en-US" b="1"/>
            <a:t>Educational Value</a:t>
          </a:r>
          <a:endParaRPr lang="en-US"/>
        </a:p>
      </dgm:t>
    </dgm:pt>
    <dgm:pt modelId="{4DC613C3-83A4-41F9-A3AF-A68C5DFC0873}" type="parTrans" cxnId="{072E69AB-A991-4E52-9777-9FAE607D63F3}">
      <dgm:prSet/>
      <dgm:spPr/>
      <dgm:t>
        <a:bodyPr/>
        <a:lstStyle/>
        <a:p>
          <a:endParaRPr lang="en-US"/>
        </a:p>
      </dgm:t>
    </dgm:pt>
    <dgm:pt modelId="{F7031A6B-D06F-4AF4-BD3F-AFC31AA2FC76}" type="sibTrans" cxnId="{072E69AB-A991-4E52-9777-9FAE607D63F3}">
      <dgm:prSet/>
      <dgm:spPr/>
      <dgm:t>
        <a:bodyPr/>
        <a:lstStyle/>
        <a:p>
          <a:endParaRPr lang="en-US"/>
        </a:p>
      </dgm:t>
    </dgm:pt>
    <dgm:pt modelId="{7EDF985F-8AE0-4A5B-AA3B-2B96F842B761}">
      <dgm:prSet/>
      <dgm:spPr/>
      <dgm:t>
        <a:bodyPr/>
        <a:lstStyle/>
        <a:p>
          <a:r>
            <a:rPr lang="en-US"/>
            <a:t>Comprehensive Java web application example</a:t>
          </a:r>
        </a:p>
      </dgm:t>
    </dgm:pt>
    <dgm:pt modelId="{7B6AD9BA-DAE5-4EC0-BFD7-E9270523E10A}" type="parTrans" cxnId="{5D652D44-D9F9-4255-A727-32A27AAFBFE0}">
      <dgm:prSet/>
      <dgm:spPr/>
      <dgm:t>
        <a:bodyPr/>
        <a:lstStyle/>
        <a:p>
          <a:endParaRPr lang="en-US"/>
        </a:p>
      </dgm:t>
    </dgm:pt>
    <dgm:pt modelId="{7CDB4B70-CCAC-40C5-8FAC-0353C347CF80}" type="sibTrans" cxnId="{5D652D44-D9F9-4255-A727-32A27AAFBFE0}">
      <dgm:prSet/>
      <dgm:spPr/>
      <dgm:t>
        <a:bodyPr/>
        <a:lstStyle/>
        <a:p>
          <a:endParaRPr lang="en-US"/>
        </a:p>
      </dgm:t>
    </dgm:pt>
    <dgm:pt modelId="{F876FF88-F368-4706-BD58-E7167BD419B9}">
      <dgm:prSet/>
      <dgm:spPr/>
      <dgm:t>
        <a:bodyPr/>
        <a:lstStyle/>
        <a:p>
          <a:r>
            <a:rPr lang="en-US"/>
            <a:t>Real-world e-commerce functionality</a:t>
          </a:r>
        </a:p>
      </dgm:t>
    </dgm:pt>
    <dgm:pt modelId="{6609A33F-C0EC-4AF5-8094-4AF27B813427}" type="parTrans" cxnId="{49B66D1B-9602-416E-BA55-E8847CC87D85}">
      <dgm:prSet/>
      <dgm:spPr/>
      <dgm:t>
        <a:bodyPr/>
        <a:lstStyle/>
        <a:p>
          <a:endParaRPr lang="en-US"/>
        </a:p>
      </dgm:t>
    </dgm:pt>
    <dgm:pt modelId="{B6C42183-84A8-48A1-9591-69FF0ADA8E65}" type="sibTrans" cxnId="{49B66D1B-9602-416E-BA55-E8847CC87D85}">
      <dgm:prSet/>
      <dgm:spPr/>
      <dgm:t>
        <a:bodyPr/>
        <a:lstStyle/>
        <a:p>
          <a:endParaRPr lang="en-US"/>
        </a:p>
      </dgm:t>
    </dgm:pt>
    <dgm:pt modelId="{F961793E-F056-4B97-95AF-8D3CEAB4F38E}">
      <dgm:prSet/>
      <dgm:spPr/>
      <dgm:t>
        <a:bodyPr/>
        <a:lstStyle/>
        <a:p>
          <a:r>
            <a:rPr lang="en-US"/>
            <a:t>Complete development lifecycle demonstration</a:t>
          </a:r>
        </a:p>
      </dgm:t>
    </dgm:pt>
    <dgm:pt modelId="{DCB70405-1CD7-47E7-8E5A-FA18B5C6D662}" type="parTrans" cxnId="{1344F979-C0FC-4387-8D58-A4799871CBE8}">
      <dgm:prSet/>
      <dgm:spPr/>
      <dgm:t>
        <a:bodyPr/>
        <a:lstStyle/>
        <a:p>
          <a:endParaRPr lang="en-US"/>
        </a:p>
      </dgm:t>
    </dgm:pt>
    <dgm:pt modelId="{7EFBCA64-7E7B-4D48-ACFE-D9320D194225}" type="sibTrans" cxnId="{1344F979-C0FC-4387-8D58-A4799871CBE8}">
      <dgm:prSet/>
      <dgm:spPr/>
      <dgm:t>
        <a:bodyPr/>
        <a:lstStyle/>
        <a:p>
          <a:endParaRPr lang="en-US"/>
        </a:p>
      </dgm:t>
    </dgm:pt>
    <dgm:pt modelId="{A6F614E0-9A42-4E44-BE81-04AA236BCDDE}">
      <dgm:prSet/>
      <dgm:spPr/>
      <dgm:t>
        <a:bodyPr/>
        <a:lstStyle/>
        <a:p>
          <a:r>
            <a:rPr lang="en-US"/>
            <a:t>Good foundation for portfolio projects</a:t>
          </a:r>
        </a:p>
      </dgm:t>
    </dgm:pt>
    <dgm:pt modelId="{5775DB95-F017-46C3-B70A-196B54E44216}" type="parTrans" cxnId="{E033E2ED-C309-4FB7-82A9-262249A07434}">
      <dgm:prSet/>
      <dgm:spPr/>
      <dgm:t>
        <a:bodyPr/>
        <a:lstStyle/>
        <a:p>
          <a:endParaRPr lang="en-US"/>
        </a:p>
      </dgm:t>
    </dgm:pt>
    <dgm:pt modelId="{E15A1F7D-F1E2-4FD5-B03C-A91BF7CFB3E4}" type="sibTrans" cxnId="{E033E2ED-C309-4FB7-82A9-262249A07434}">
      <dgm:prSet/>
      <dgm:spPr/>
      <dgm:t>
        <a:bodyPr/>
        <a:lstStyle/>
        <a:p>
          <a:endParaRPr lang="en-US"/>
        </a:p>
      </dgm:t>
    </dgm:pt>
    <dgm:pt modelId="{4AA9A5CC-AFED-436D-8AD9-4E9730BD79C7}">
      <dgm:prSet/>
      <dgm:spPr/>
      <dgm:t>
        <a:bodyPr/>
        <a:lstStyle/>
        <a:p>
          <a:r>
            <a:rPr lang="en-US" b="1"/>
            <a:t>Business Value</a:t>
          </a:r>
          <a:endParaRPr lang="en-US"/>
        </a:p>
      </dgm:t>
    </dgm:pt>
    <dgm:pt modelId="{F1BFCB6A-FC2B-47A1-865D-C98C8EA361F7}" type="parTrans" cxnId="{3A0A670E-4757-4A34-923A-EBC67F2742E6}">
      <dgm:prSet/>
      <dgm:spPr/>
      <dgm:t>
        <a:bodyPr/>
        <a:lstStyle/>
        <a:p>
          <a:endParaRPr lang="en-US"/>
        </a:p>
      </dgm:t>
    </dgm:pt>
    <dgm:pt modelId="{CBFD85F7-9587-48A2-9C6E-67B73CF54D79}" type="sibTrans" cxnId="{3A0A670E-4757-4A34-923A-EBC67F2742E6}">
      <dgm:prSet/>
      <dgm:spPr/>
      <dgm:t>
        <a:bodyPr/>
        <a:lstStyle/>
        <a:p>
          <a:endParaRPr lang="en-US"/>
        </a:p>
      </dgm:t>
    </dgm:pt>
    <dgm:pt modelId="{10140348-10B2-428D-885F-FB08AE8F2C54}">
      <dgm:prSet/>
      <dgm:spPr/>
      <dgm:t>
        <a:bodyPr/>
        <a:lstStyle/>
        <a:p>
          <a:r>
            <a:rPr lang="en-US"/>
            <a:t>Modular design for easy customization</a:t>
          </a:r>
        </a:p>
      </dgm:t>
    </dgm:pt>
    <dgm:pt modelId="{E7C824CF-B825-480B-86A1-928E6EC515DD}" type="parTrans" cxnId="{A52B790B-F859-48AE-BCBE-734D4B8AED98}">
      <dgm:prSet/>
      <dgm:spPr/>
      <dgm:t>
        <a:bodyPr/>
        <a:lstStyle/>
        <a:p>
          <a:endParaRPr lang="en-US"/>
        </a:p>
      </dgm:t>
    </dgm:pt>
    <dgm:pt modelId="{737AA3ED-EDCD-41E1-AD68-23CCEF1A9B10}" type="sibTrans" cxnId="{A52B790B-F859-48AE-BCBE-734D4B8AED98}">
      <dgm:prSet/>
      <dgm:spPr/>
      <dgm:t>
        <a:bodyPr/>
        <a:lstStyle/>
        <a:p>
          <a:endParaRPr lang="en-US"/>
        </a:p>
      </dgm:t>
    </dgm:pt>
    <dgm:pt modelId="{603C2D27-11A2-47C0-8C68-85EF8A9A60CC}">
      <dgm:prSet/>
      <dgm:spPr/>
      <dgm:t>
        <a:bodyPr/>
        <a:lstStyle/>
        <a:p>
          <a:r>
            <a:rPr lang="en-US"/>
            <a:t>Scalable architecture</a:t>
          </a:r>
        </a:p>
      </dgm:t>
    </dgm:pt>
    <dgm:pt modelId="{E69445C8-A68F-40B5-95BA-765FF896C562}" type="parTrans" cxnId="{B61F1D02-95EA-443E-A8B7-0F8A173027F3}">
      <dgm:prSet/>
      <dgm:spPr/>
      <dgm:t>
        <a:bodyPr/>
        <a:lstStyle/>
        <a:p>
          <a:endParaRPr lang="en-US"/>
        </a:p>
      </dgm:t>
    </dgm:pt>
    <dgm:pt modelId="{DBA7BC4A-89C5-488B-B2F0-A192B3621A83}" type="sibTrans" cxnId="{B61F1D02-95EA-443E-A8B7-0F8A173027F3}">
      <dgm:prSet/>
      <dgm:spPr/>
      <dgm:t>
        <a:bodyPr/>
        <a:lstStyle/>
        <a:p>
          <a:endParaRPr lang="en-US"/>
        </a:p>
      </dgm:t>
    </dgm:pt>
    <dgm:pt modelId="{698DFFD9-85CA-490C-9CAB-A57872AEEF18}">
      <dgm:prSet/>
      <dgm:spPr/>
      <dgm:t>
        <a:bodyPr/>
        <a:lstStyle/>
        <a:p>
          <a:r>
            <a:rPr lang="en-US"/>
            <a:t>Feature-rich for MVP development</a:t>
          </a:r>
        </a:p>
      </dgm:t>
    </dgm:pt>
    <dgm:pt modelId="{8D78A5E2-B45A-4C36-B3A0-96852E4ACF62}" type="parTrans" cxnId="{1BC9786A-B198-4DB0-BBF2-BC3C9EE6B9E0}">
      <dgm:prSet/>
      <dgm:spPr/>
      <dgm:t>
        <a:bodyPr/>
        <a:lstStyle/>
        <a:p>
          <a:endParaRPr lang="en-US"/>
        </a:p>
      </dgm:t>
    </dgm:pt>
    <dgm:pt modelId="{A294D398-2442-404E-A783-4364E24D71B7}" type="sibTrans" cxnId="{1BC9786A-B198-4DB0-BBF2-BC3C9EE6B9E0}">
      <dgm:prSet/>
      <dgm:spPr/>
      <dgm:t>
        <a:bodyPr/>
        <a:lstStyle/>
        <a:p>
          <a:endParaRPr lang="en-US"/>
        </a:p>
      </dgm:t>
    </dgm:pt>
    <dgm:pt modelId="{9B19A377-2B6F-4A8A-9925-9F67D8CD1618}">
      <dgm:prSet/>
      <dgm:spPr/>
      <dgm:t>
        <a:bodyPr/>
        <a:lstStyle/>
        <a:p>
          <a:r>
            <a:rPr lang="en-US"/>
            <a:t>Well-documented setup process</a:t>
          </a:r>
        </a:p>
      </dgm:t>
    </dgm:pt>
    <dgm:pt modelId="{24CC0518-08AF-4ED5-9EA0-25C67D7592CD}" type="parTrans" cxnId="{95D882D1-8F5D-421B-8740-95FCFD1E797C}">
      <dgm:prSet/>
      <dgm:spPr/>
      <dgm:t>
        <a:bodyPr/>
        <a:lstStyle/>
        <a:p>
          <a:endParaRPr lang="en-US"/>
        </a:p>
      </dgm:t>
    </dgm:pt>
    <dgm:pt modelId="{1C9D0CC5-1DBC-4345-BD2F-F2F50C807B35}" type="sibTrans" cxnId="{95D882D1-8F5D-421B-8740-95FCFD1E797C}">
      <dgm:prSet/>
      <dgm:spPr/>
      <dgm:t>
        <a:bodyPr/>
        <a:lstStyle/>
        <a:p>
          <a:endParaRPr lang="en-US"/>
        </a:p>
      </dgm:t>
    </dgm:pt>
    <dgm:pt modelId="{9ED551C6-E9EB-4C2A-A54A-D14EB38DED56}" type="pres">
      <dgm:prSet presAssocID="{71C16949-AAA1-4EF6-BD37-5C3A3181EEFC}" presName="linear" presStyleCnt="0">
        <dgm:presLayoutVars>
          <dgm:animLvl val="lvl"/>
          <dgm:resizeHandles val="exact"/>
        </dgm:presLayoutVars>
      </dgm:prSet>
      <dgm:spPr/>
    </dgm:pt>
    <dgm:pt modelId="{362B1E08-55FE-4868-9EC4-76C5ADC1F7C8}" type="pres">
      <dgm:prSet presAssocID="{0A60FE38-797D-44C4-BDB5-A2C0D7AB131A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7219413E-1DBD-49AA-8283-BE63C38AE2BE}" type="pres">
      <dgm:prSet presAssocID="{F7031A6B-D06F-4AF4-BD3F-AFC31AA2FC76}" presName="spacer" presStyleCnt="0"/>
      <dgm:spPr/>
    </dgm:pt>
    <dgm:pt modelId="{25B3A1CD-F55D-4021-9832-629053C98845}" type="pres">
      <dgm:prSet presAssocID="{7EDF985F-8AE0-4A5B-AA3B-2B96F842B761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BF25F040-4FC2-4BB8-A873-DF447DC59DFD}" type="pres">
      <dgm:prSet presAssocID="{7CDB4B70-CCAC-40C5-8FAC-0353C347CF80}" presName="spacer" presStyleCnt="0"/>
      <dgm:spPr/>
    </dgm:pt>
    <dgm:pt modelId="{D507BEDA-DB98-4CB3-9C25-100E8B6F1702}" type="pres">
      <dgm:prSet presAssocID="{F876FF88-F368-4706-BD58-E7167BD419B9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9673CA1B-BE90-4295-BABA-9FAA943F2802}" type="pres">
      <dgm:prSet presAssocID="{B6C42183-84A8-48A1-9591-69FF0ADA8E65}" presName="spacer" presStyleCnt="0"/>
      <dgm:spPr/>
    </dgm:pt>
    <dgm:pt modelId="{5BA03954-9A3C-4077-808D-8BD24DAFE0A7}" type="pres">
      <dgm:prSet presAssocID="{F961793E-F056-4B97-95AF-8D3CEAB4F38E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3897D078-7337-4883-AA72-F1DA24599853}" type="pres">
      <dgm:prSet presAssocID="{7EFBCA64-7E7B-4D48-ACFE-D9320D194225}" presName="spacer" presStyleCnt="0"/>
      <dgm:spPr/>
    </dgm:pt>
    <dgm:pt modelId="{E518B2F9-8EE5-401C-A788-42EF058A2BA8}" type="pres">
      <dgm:prSet presAssocID="{A6F614E0-9A42-4E44-BE81-04AA236BCDDE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C1F94738-73E1-49C5-A325-26FE1293F1A3}" type="pres">
      <dgm:prSet presAssocID="{E15A1F7D-F1E2-4FD5-B03C-A91BF7CFB3E4}" presName="spacer" presStyleCnt="0"/>
      <dgm:spPr/>
    </dgm:pt>
    <dgm:pt modelId="{E9C29010-6945-4B33-B8EE-A1547FC54D8C}" type="pres">
      <dgm:prSet presAssocID="{4AA9A5CC-AFED-436D-8AD9-4E9730BD79C7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FD751EAC-6B18-4969-B46E-1FEAD4FF0AE5}" type="pres">
      <dgm:prSet presAssocID="{CBFD85F7-9587-48A2-9C6E-67B73CF54D79}" presName="spacer" presStyleCnt="0"/>
      <dgm:spPr/>
    </dgm:pt>
    <dgm:pt modelId="{6C8A8500-B558-4418-855A-DD124B960F0B}" type="pres">
      <dgm:prSet presAssocID="{10140348-10B2-428D-885F-FB08AE8F2C54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2215BFFA-72C2-4B7F-80E7-25F3EA6641FC}" type="pres">
      <dgm:prSet presAssocID="{737AA3ED-EDCD-41E1-AD68-23CCEF1A9B10}" presName="spacer" presStyleCnt="0"/>
      <dgm:spPr/>
    </dgm:pt>
    <dgm:pt modelId="{B8FB8B60-4FAB-4C77-B5D7-FF2A05A6B358}" type="pres">
      <dgm:prSet presAssocID="{603C2D27-11A2-47C0-8C68-85EF8A9A60CC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34EAAC81-2D59-4D12-B38F-408EE752FF5B}" type="pres">
      <dgm:prSet presAssocID="{DBA7BC4A-89C5-488B-B2F0-A192B3621A83}" presName="spacer" presStyleCnt="0"/>
      <dgm:spPr/>
    </dgm:pt>
    <dgm:pt modelId="{B75F77EB-4AD7-426D-A0EC-E7A1EFF33BCA}" type="pres">
      <dgm:prSet presAssocID="{698DFFD9-85CA-490C-9CAB-A57872AEEF18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22FB5436-CA5C-4823-B553-F6163B7A0303}" type="pres">
      <dgm:prSet presAssocID="{A294D398-2442-404E-A783-4364E24D71B7}" presName="spacer" presStyleCnt="0"/>
      <dgm:spPr/>
    </dgm:pt>
    <dgm:pt modelId="{C3085AAE-D24F-403A-8F09-57C31AC6708F}" type="pres">
      <dgm:prSet presAssocID="{9B19A377-2B6F-4A8A-9925-9F67D8CD1618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B61F1D02-95EA-443E-A8B7-0F8A173027F3}" srcId="{71C16949-AAA1-4EF6-BD37-5C3A3181EEFC}" destId="{603C2D27-11A2-47C0-8C68-85EF8A9A60CC}" srcOrd="7" destOrd="0" parTransId="{E69445C8-A68F-40B5-95BA-765FF896C562}" sibTransId="{DBA7BC4A-89C5-488B-B2F0-A192B3621A83}"/>
    <dgm:cxn modelId="{A52B790B-F859-48AE-BCBE-734D4B8AED98}" srcId="{71C16949-AAA1-4EF6-BD37-5C3A3181EEFC}" destId="{10140348-10B2-428D-885F-FB08AE8F2C54}" srcOrd="6" destOrd="0" parTransId="{E7C824CF-B825-480B-86A1-928E6EC515DD}" sibTransId="{737AA3ED-EDCD-41E1-AD68-23CCEF1A9B10}"/>
    <dgm:cxn modelId="{3A0A670E-4757-4A34-923A-EBC67F2742E6}" srcId="{71C16949-AAA1-4EF6-BD37-5C3A3181EEFC}" destId="{4AA9A5CC-AFED-436D-8AD9-4E9730BD79C7}" srcOrd="5" destOrd="0" parTransId="{F1BFCB6A-FC2B-47A1-865D-C98C8EA361F7}" sibTransId="{CBFD85F7-9587-48A2-9C6E-67B73CF54D79}"/>
    <dgm:cxn modelId="{49B66D1B-9602-416E-BA55-E8847CC87D85}" srcId="{71C16949-AAA1-4EF6-BD37-5C3A3181EEFC}" destId="{F876FF88-F368-4706-BD58-E7167BD419B9}" srcOrd="2" destOrd="0" parTransId="{6609A33F-C0EC-4AF5-8094-4AF27B813427}" sibTransId="{B6C42183-84A8-48A1-9591-69FF0ADA8E65}"/>
    <dgm:cxn modelId="{3229DA1D-C68E-4F7D-9B85-4FE5C9804243}" type="presOf" srcId="{4AA9A5CC-AFED-436D-8AD9-4E9730BD79C7}" destId="{E9C29010-6945-4B33-B8EE-A1547FC54D8C}" srcOrd="0" destOrd="0" presId="urn:microsoft.com/office/officeart/2005/8/layout/vList2"/>
    <dgm:cxn modelId="{EFD0E338-78E8-49C1-BDD4-D79424548C06}" type="presOf" srcId="{9B19A377-2B6F-4A8A-9925-9F67D8CD1618}" destId="{C3085AAE-D24F-403A-8F09-57C31AC6708F}" srcOrd="0" destOrd="0" presId="urn:microsoft.com/office/officeart/2005/8/layout/vList2"/>
    <dgm:cxn modelId="{03AB105D-A6AB-400D-A2DD-506B84CB78CA}" type="presOf" srcId="{698DFFD9-85CA-490C-9CAB-A57872AEEF18}" destId="{B75F77EB-4AD7-426D-A0EC-E7A1EFF33BCA}" srcOrd="0" destOrd="0" presId="urn:microsoft.com/office/officeart/2005/8/layout/vList2"/>
    <dgm:cxn modelId="{5D652D44-D9F9-4255-A727-32A27AAFBFE0}" srcId="{71C16949-AAA1-4EF6-BD37-5C3A3181EEFC}" destId="{7EDF985F-8AE0-4A5B-AA3B-2B96F842B761}" srcOrd="1" destOrd="0" parTransId="{7B6AD9BA-DAE5-4EC0-BFD7-E9270523E10A}" sibTransId="{7CDB4B70-CCAC-40C5-8FAC-0353C347CF80}"/>
    <dgm:cxn modelId="{1BC9786A-B198-4DB0-BBF2-BC3C9EE6B9E0}" srcId="{71C16949-AAA1-4EF6-BD37-5C3A3181EEFC}" destId="{698DFFD9-85CA-490C-9CAB-A57872AEEF18}" srcOrd="8" destOrd="0" parTransId="{8D78A5E2-B45A-4C36-B3A0-96852E4ACF62}" sibTransId="{A294D398-2442-404E-A783-4364E24D71B7}"/>
    <dgm:cxn modelId="{1344F979-C0FC-4387-8D58-A4799871CBE8}" srcId="{71C16949-AAA1-4EF6-BD37-5C3A3181EEFC}" destId="{F961793E-F056-4B97-95AF-8D3CEAB4F38E}" srcOrd="3" destOrd="0" parTransId="{DCB70405-1CD7-47E7-8E5A-FA18B5C6D662}" sibTransId="{7EFBCA64-7E7B-4D48-ACFE-D9320D194225}"/>
    <dgm:cxn modelId="{A11BA793-0A95-4D73-A89C-B2EE86447A1D}" type="presOf" srcId="{0A60FE38-797D-44C4-BDB5-A2C0D7AB131A}" destId="{362B1E08-55FE-4868-9EC4-76C5ADC1F7C8}" srcOrd="0" destOrd="0" presId="urn:microsoft.com/office/officeart/2005/8/layout/vList2"/>
    <dgm:cxn modelId="{87EE0996-A630-49D7-872C-C4CA9CD42AD8}" type="presOf" srcId="{7EDF985F-8AE0-4A5B-AA3B-2B96F842B761}" destId="{25B3A1CD-F55D-4021-9832-629053C98845}" srcOrd="0" destOrd="0" presId="urn:microsoft.com/office/officeart/2005/8/layout/vList2"/>
    <dgm:cxn modelId="{AF6EC69F-591D-4450-BCD4-9E1E2453DBE0}" type="presOf" srcId="{F961793E-F056-4B97-95AF-8D3CEAB4F38E}" destId="{5BA03954-9A3C-4077-808D-8BD24DAFE0A7}" srcOrd="0" destOrd="0" presId="urn:microsoft.com/office/officeart/2005/8/layout/vList2"/>
    <dgm:cxn modelId="{DBE348A3-9023-4898-9156-6A5741A2B2D2}" type="presOf" srcId="{71C16949-AAA1-4EF6-BD37-5C3A3181EEFC}" destId="{9ED551C6-E9EB-4C2A-A54A-D14EB38DED56}" srcOrd="0" destOrd="0" presId="urn:microsoft.com/office/officeart/2005/8/layout/vList2"/>
    <dgm:cxn modelId="{DCC6F4A7-346D-45BB-9287-E1A506BC985B}" type="presOf" srcId="{F876FF88-F368-4706-BD58-E7167BD419B9}" destId="{D507BEDA-DB98-4CB3-9C25-100E8B6F1702}" srcOrd="0" destOrd="0" presId="urn:microsoft.com/office/officeart/2005/8/layout/vList2"/>
    <dgm:cxn modelId="{072E69AB-A991-4E52-9777-9FAE607D63F3}" srcId="{71C16949-AAA1-4EF6-BD37-5C3A3181EEFC}" destId="{0A60FE38-797D-44C4-BDB5-A2C0D7AB131A}" srcOrd="0" destOrd="0" parTransId="{4DC613C3-83A4-41F9-A3AF-A68C5DFC0873}" sibTransId="{F7031A6B-D06F-4AF4-BD3F-AFC31AA2FC76}"/>
    <dgm:cxn modelId="{5E33F8B0-EE33-41D7-ADC6-C99488641BAC}" type="presOf" srcId="{10140348-10B2-428D-885F-FB08AE8F2C54}" destId="{6C8A8500-B558-4418-855A-DD124B960F0B}" srcOrd="0" destOrd="0" presId="urn:microsoft.com/office/officeart/2005/8/layout/vList2"/>
    <dgm:cxn modelId="{0BE1B3B6-7AFC-4D6E-8FF8-04D6998DAB7E}" type="presOf" srcId="{A6F614E0-9A42-4E44-BE81-04AA236BCDDE}" destId="{E518B2F9-8EE5-401C-A788-42EF058A2BA8}" srcOrd="0" destOrd="0" presId="urn:microsoft.com/office/officeart/2005/8/layout/vList2"/>
    <dgm:cxn modelId="{95D882D1-8F5D-421B-8740-95FCFD1E797C}" srcId="{71C16949-AAA1-4EF6-BD37-5C3A3181EEFC}" destId="{9B19A377-2B6F-4A8A-9925-9F67D8CD1618}" srcOrd="9" destOrd="0" parTransId="{24CC0518-08AF-4ED5-9EA0-25C67D7592CD}" sibTransId="{1C9D0CC5-1DBC-4345-BD2F-F2F50C807B35}"/>
    <dgm:cxn modelId="{85FDE4E1-F68D-46F6-879E-80CB4F2FF5ED}" type="presOf" srcId="{603C2D27-11A2-47C0-8C68-85EF8A9A60CC}" destId="{B8FB8B60-4FAB-4C77-B5D7-FF2A05A6B358}" srcOrd="0" destOrd="0" presId="urn:microsoft.com/office/officeart/2005/8/layout/vList2"/>
    <dgm:cxn modelId="{E033E2ED-C309-4FB7-82A9-262249A07434}" srcId="{71C16949-AAA1-4EF6-BD37-5C3A3181EEFC}" destId="{A6F614E0-9A42-4E44-BE81-04AA236BCDDE}" srcOrd="4" destOrd="0" parTransId="{5775DB95-F017-46C3-B70A-196B54E44216}" sibTransId="{E15A1F7D-F1E2-4FD5-B03C-A91BF7CFB3E4}"/>
    <dgm:cxn modelId="{826F6970-CC78-4762-A4B2-1A3B294AD93B}" type="presParOf" srcId="{9ED551C6-E9EB-4C2A-A54A-D14EB38DED56}" destId="{362B1E08-55FE-4868-9EC4-76C5ADC1F7C8}" srcOrd="0" destOrd="0" presId="urn:microsoft.com/office/officeart/2005/8/layout/vList2"/>
    <dgm:cxn modelId="{33F2D836-BFCE-4DA7-97E3-2F734C626AD5}" type="presParOf" srcId="{9ED551C6-E9EB-4C2A-A54A-D14EB38DED56}" destId="{7219413E-1DBD-49AA-8283-BE63C38AE2BE}" srcOrd="1" destOrd="0" presId="urn:microsoft.com/office/officeart/2005/8/layout/vList2"/>
    <dgm:cxn modelId="{D4F27BCC-471A-4EF6-9A87-D549EA76CDC7}" type="presParOf" srcId="{9ED551C6-E9EB-4C2A-A54A-D14EB38DED56}" destId="{25B3A1CD-F55D-4021-9832-629053C98845}" srcOrd="2" destOrd="0" presId="urn:microsoft.com/office/officeart/2005/8/layout/vList2"/>
    <dgm:cxn modelId="{DE585377-2DB0-41A8-A57A-B1C7A66E4727}" type="presParOf" srcId="{9ED551C6-E9EB-4C2A-A54A-D14EB38DED56}" destId="{BF25F040-4FC2-4BB8-A873-DF447DC59DFD}" srcOrd="3" destOrd="0" presId="urn:microsoft.com/office/officeart/2005/8/layout/vList2"/>
    <dgm:cxn modelId="{7954B1C3-8E42-4E15-B3D1-B01B4ECECE6E}" type="presParOf" srcId="{9ED551C6-E9EB-4C2A-A54A-D14EB38DED56}" destId="{D507BEDA-DB98-4CB3-9C25-100E8B6F1702}" srcOrd="4" destOrd="0" presId="urn:microsoft.com/office/officeart/2005/8/layout/vList2"/>
    <dgm:cxn modelId="{0F39F457-2D42-4FFA-8958-172877E02D7E}" type="presParOf" srcId="{9ED551C6-E9EB-4C2A-A54A-D14EB38DED56}" destId="{9673CA1B-BE90-4295-BABA-9FAA943F2802}" srcOrd="5" destOrd="0" presId="urn:microsoft.com/office/officeart/2005/8/layout/vList2"/>
    <dgm:cxn modelId="{2D92991D-7649-4E94-9643-F150B4863114}" type="presParOf" srcId="{9ED551C6-E9EB-4C2A-A54A-D14EB38DED56}" destId="{5BA03954-9A3C-4077-808D-8BD24DAFE0A7}" srcOrd="6" destOrd="0" presId="urn:microsoft.com/office/officeart/2005/8/layout/vList2"/>
    <dgm:cxn modelId="{35C242A4-90DF-4194-9361-C9E56C058CFA}" type="presParOf" srcId="{9ED551C6-E9EB-4C2A-A54A-D14EB38DED56}" destId="{3897D078-7337-4883-AA72-F1DA24599853}" srcOrd="7" destOrd="0" presId="urn:microsoft.com/office/officeart/2005/8/layout/vList2"/>
    <dgm:cxn modelId="{F803224D-0AB7-4479-A240-4B60C8A87D43}" type="presParOf" srcId="{9ED551C6-E9EB-4C2A-A54A-D14EB38DED56}" destId="{E518B2F9-8EE5-401C-A788-42EF058A2BA8}" srcOrd="8" destOrd="0" presId="urn:microsoft.com/office/officeart/2005/8/layout/vList2"/>
    <dgm:cxn modelId="{E81F5DAD-20D1-4FE6-8D0E-385AE5207002}" type="presParOf" srcId="{9ED551C6-E9EB-4C2A-A54A-D14EB38DED56}" destId="{C1F94738-73E1-49C5-A325-26FE1293F1A3}" srcOrd="9" destOrd="0" presId="urn:microsoft.com/office/officeart/2005/8/layout/vList2"/>
    <dgm:cxn modelId="{B0B82F6B-2042-4971-947C-5E2BA4A7C8EB}" type="presParOf" srcId="{9ED551C6-E9EB-4C2A-A54A-D14EB38DED56}" destId="{E9C29010-6945-4B33-B8EE-A1547FC54D8C}" srcOrd="10" destOrd="0" presId="urn:microsoft.com/office/officeart/2005/8/layout/vList2"/>
    <dgm:cxn modelId="{6A5E0755-EE51-49CC-8C04-7126FA4CC25E}" type="presParOf" srcId="{9ED551C6-E9EB-4C2A-A54A-D14EB38DED56}" destId="{FD751EAC-6B18-4969-B46E-1FEAD4FF0AE5}" srcOrd="11" destOrd="0" presId="urn:microsoft.com/office/officeart/2005/8/layout/vList2"/>
    <dgm:cxn modelId="{8F2DFD5F-1071-48D5-9506-96BC4732FAF3}" type="presParOf" srcId="{9ED551C6-E9EB-4C2A-A54A-D14EB38DED56}" destId="{6C8A8500-B558-4418-855A-DD124B960F0B}" srcOrd="12" destOrd="0" presId="urn:microsoft.com/office/officeart/2005/8/layout/vList2"/>
    <dgm:cxn modelId="{6E41234D-9E92-4EBC-8FC7-AD5C5CD7891C}" type="presParOf" srcId="{9ED551C6-E9EB-4C2A-A54A-D14EB38DED56}" destId="{2215BFFA-72C2-4B7F-80E7-25F3EA6641FC}" srcOrd="13" destOrd="0" presId="urn:microsoft.com/office/officeart/2005/8/layout/vList2"/>
    <dgm:cxn modelId="{F5AE6581-FBBC-4139-A363-580DA51B5B30}" type="presParOf" srcId="{9ED551C6-E9EB-4C2A-A54A-D14EB38DED56}" destId="{B8FB8B60-4FAB-4C77-B5D7-FF2A05A6B358}" srcOrd="14" destOrd="0" presId="urn:microsoft.com/office/officeart/2005/8/layout/vList2"/>
    <dgm:cxn modelId="{2C7194A9-FB2C-4CA7-BA6E-CEF1261B7C65}" type="presParOf" srcId="{9ED551C6-E9EB-4C2A-A54A-D14EB38DED56}" destId="{34EAAC81-2D59-4D12-B38F-408EE752FF5B}" srcOrd="15" destOrd="0" presId="urn:microsoft.com/office/officeart/2005/8/layout/vList2"/>
    <dgm:cxn modelId="{0CFF2435-F159-4B52-A542-B6BF265F554D}" type="presParOf" srcId="{9ED551C6-E9EB-4C2A-A54A-D14EB38DED56}" destId="{B75F77EB-4AD7-426D-A0EC-E7A1EFF33BCA}" srcOrd="16" destOrd="0" presId="urn:microsoft.com/office/officeart/2005/8/layout/vList2"/>
    <dgm:cxn modelId="{C62B5FF6-CF4F-4F14-A014-5DC55DC79971}" type="presParOf" srcId="{9ED551C6-E9EB-4C2A-A54A-D14EB38DED56}" destId="{22FB5436-CA5C-4823-B553-F6163B7A0303}" srcOrd="17" destOrd="0" presId="urn:microsoft.com/office/officeart/2005/8/layout/vList2"/>
    <dgm:cxn modelId="{E48846B8-8F66-427F-A54F-1F2297B36EFE}" type="presParOf" srcId="{9ED551C6-E9EB-4C2A-A54A-D14EB38DED56}" destId="{C3085AAE-D24F-403A-8F09-57C31AC6708F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1E163-5CF6-42D4-B184-7A42CBB02E2E}">
      <dsp:nvSpPr>
        <dsp:cNvPr id="0" name=""/>
        <dsp:cNvSpPr/>
      </dsp:nvSpPr>
      <dsp:spPr>
        <a:xfrm>
          <a:off x="62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8875F-7209-42E1-85DA-353C04FD664F}">
      <dsp:nvSpPr>
        <dsp:cNvPr id="0" name=""/>
        <dsp:cNvSpPr/>
      </dsp:nvSpPr>
      <dsp:spPr>
        <a:xfrm>
          <a:off x="12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Project Title</a:t>
          </a:r>
          <a:r>
            <a:rPr lang="en-US" sz="1500" kern="1200"/>
            <a:t>: Online Shopping Cart E-Commerce Website</a:t>
          </a:r>
        </a:p>
      </dsp:txBody>
      <dsp:txXfrm>
        <a:off x="127800" y="2355670"/>
        <a:ext cx="1800000" cy="720000"/>
      </dsp:txXfrm>
    </dsp:sp>
    <dsp:sp modelId="{DBE80D1B-6B5F-406E-8C7A-169AD55867DF}">
      <dsp:nvSpPr>
        <dsp:cNvPr id="0" name=""/>
        <dsp:cNvSpPr/>
      </dsp:nvSpPr>
      <dsp:spPr>
        <a:xfrm>
          <a:off x="273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E0D73-D45E-4BC4-A1E3-277436360EDD}">
      <dsp:nvSpPr>
        <dsp:cNvPr id="0" name=""/>
        <dsp:cNvSpPr/>
      </dsp:nvSpPr>
      <dsp:spPr>
        <a:xfrm>
          <a:off x="224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Subtitle</a:t>
          </a:r>
          <a:r>
            <a:rPr lang="en-US" sz="1500" kern="1200"/>
            <a:t>: Java, JDBC, Servlets, JSP Project</a:t>
          </a:r>
        </a:p>
      </dsp:txBody>
      <dsp:txXfrm>
        <a:off x="2242800" y="2355670"/>
        <a:ext cx="1800000" cy="720000"/>
      </dsp:txXfrm>
    </dsp:sp>
    <dsp:sp modelId="{E67E983A-C749-4FDB-A29B-891ACE5F8519}">
      <dsp:nvSpPr>
        <dsp:cNvPr id="0" name=""/>
        <dsp:cNvSpPr/>
      </dsp:nvSpPr>
      <dsp:spPr>
        <a:xfrm>
          <a:off x="485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2D6C17-135D-4D43-BAA6-C5991BDC27C9}">
      <dsp:nvSpPr>
        <dsp:cNvPr id="0" name=""/>
        <dsp:cNvSpPr/>
      </dsp:nvSpPr>
      <dsp:spPr>
        <a:xfrm>
          <a:off x="435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Presenter</a:t>
          </a:r>
          <a:r>
            <a:rPr lang="en-US" sz="1500" kern="1200"/>
            <a:t>: [Your Name/Team]</a:t>
          </a:r>
        </a:p>
      </dsp:txBody>
      <dsp:txXfrm>
        <a:off x="4357800" y="2355670"/>
        <a:ext cx="1800000" cy="720000"/>
      </dsp:txXfrm>
    </dsp:sp>
    <dsp:sp modelId="{34CD524C-7598-44D9-A3D7-4C00BD06E4EC}">
      <dsp:nvSpPr>
        <dsp:cNvPr id="0" name=""/>
        <dsp:cNvSpPr/>
      </dsp:nvSpPr>
      <dsp:spPr>
        <a:xfrm>
          <a:off x="696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125C4-CDE8-48F5-BE18-46A583CE7736}">
      <dsp:nvSpPr>
        <dsp:cNvPr id="0" name=""/>
        <dsp:cNvSpPr/>
      </dsp:nvSpPr>
      <dsp:spPr>
        <a:xfrm>
          <a:off x="647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Date</a:t>
          </a:r>
          <a:r>
            <a:rPr lang="en-US" sz="1500" kern="1200"/>
            <a:t>: [Presentation Date]</a:t>
          </a:r>
        </a:p>
      </dsp:txBody>
      <dsp:txXfrm>
        <a:off x="6472800" y="2355670"/>
        <a:ext cx="1800000" cy="720000"/>
      </dsp:txXfrm>
    </dsp:sp>
    <dsp:sp modelId="{4C767BD0-AC97-4391-8FB4-30F0A5C619BC}">
      <dsp:nvSpPr>
        <dsp:cNvPr id="0" name=""/>
        <dsp:cNvSpPr/>
      </dsp:nvSpPr>
      <dsp:spPr>
        <a:xfrm>
          <a:off x="908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27F92-D2B7-482F-857C-2E1796E94EE6}">
      <dsp:nvSpPr>
        <dsp:cNvPr id="0" name=""/>
        <dsp:cNvSpPr/>
      </dsp:nvSpPr>
      <dsp:spPr>
        <a:xfrm>
          <a:off x="858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Visual</a:t>
          </a:r>
          <a:r>
            <a:rPr lang="en-US" sz="1500" kern="1200"/>
            <a:t>: Screenshot of project homepage from GitHub</a:t>
          </a:r>
        </a:p>
      </dsp:txBody>
      <dsp:txXfrm>
        <a:off x="8587800" y="235567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08316-5EF1-42F8-94EA-2FC30DA6F68A}">
      <dsp:nvSpPr>
        <dsp:cNvPr id="0" name=""/>
        <dsp:cNvSpPr/>
      </dsp:nvSpPr>
      <dsp:spPr>
        <a:xfrm>
          <a:off x="0" y="100223"/>
          <a:ext cx="10515600" cy="4176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Objective</a:t>
          </a:r>
          <a:r>
            <a:rPr lang="en-US" sz="1700" b="0" i="0" kern="1200" baseline="0"/>
            <a:t>: Build a full-featured e-commerce platform for electronics products</a:t>
          </a:r>
          <a:endParaRPr lang="en-US" sz="1700" kern="1200"/>
        </a:p>
      </dsp:txBody>
      <dsp:txXfrm>
        <a:off x="20390" y="120613"/>
        <a:ext cx="10474820" cy="376910"/>
      </dsp:txXfrm>
    </dsp:sp>
    <dsp:sp modelId="{ADCEF1EE-F410-4020-AF08-B9084DDB1DBB}">
      <dsp:nvSpPr>
        <dsp:cNvPr id="0" name=""/>
        <dsp:cNvSpPr/>
      </dsp:nvSpPr>
      <dsp:spPr>
        <a:xfrm>
          <a:off x="0" y="566873"/>
          <a:ext cx="10515600" cy="4176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Core Functionality</a:t>
          </a:r>
          <a:r>
            <a:rPr lang="en-US" sz="1700" b="0" i="0" kern="1200" baseline="0"/>
            <a:t>:</a:t>
          </a:r>
          <a:endParaRPr lang="en-US" sz="1700" kern="1200"/>
        </a:p>
      </dsp:txBody>
      <dsp:txXfrm>
        <a:off x="20390" y="587263"/>
        <a:ext cx="10474820" cy="376910"/>
      </dsp:txXfrm>
    </dsp:sp>
    <dsp:sp modelId="{D2A9A6BE-B3EC-44CB-AF0C-48F2EC0FF728}">
      <dsp:nvSpPr>
        <dsp:cNvPr id="0" name=""/>
        <dsp:cNvSpPr/>
      </dsp:nvSpPr>
      <dsp:spPr>
        <a:xfrm>
          <a:off x="0" y="1033523"/>
          <a:ext cx="10515600" cy="41769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User registration, authentication, and shopping</a:t>
          </a:r>
          <a:endParaRPr lang="en-US" sz="1700" kern="1200"/>
        </a:p>
      </dsp:txBody>
      <dsp:txXfrm>
        <a:off x="20390" y="1053913"/>
        <a:ext cx="10474820" cy="376910"/>
      </dsp:txXfrm>
    </dsp:sp>
    <dsp:sp modelId="{7B72F113-8883-4BB6-8083-4B4336CC3A39}">
      <dsp:nvSpPr>
        <dsp:cNvPr id="0" name=""/>
        <dsp:cNvSpPr/>
      </dsp:nvSpPr>
      <dsp:spPr>
        <a:xfrm>
          <a:off x="0" y="1500173"/>
          <a:ext cx="10515600" cy="4176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Product browsing with search and filters</a:t>
          </a:r>
          <a:endParaRPr lang="en-US" sz="1700" kern="1200"/>
        </a:p>
      </dsp:txBody>
      <dsp:txXfrm>
        <a:off x="20390" y="1520563"/>
        <a:ext cx="10474820" cy="376910"/>
      </dsp:txXfrm>
    </dsp:sp>
    <dsp:sp modelId="{E48ABAC1-E931-47F5-B147-811D283C7BBD}">
      <dsp:nvSpPr>
        <dsp:cNvPr id="0" name=""/>
        <dsp:cNvSpPr/>
      </dsp:nvSpPr>
      <dsp:spPr>
        <a:xfrm>
          <a:off x="0" y="1966823"/>
          <a:ext cx="10515600" cy="41769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Shopping cart management</a:t>
          </a:r>
          <a:endParaRPr lang="en-US" sz="1700" kern="1200"/>
        </a:p>
      </dsp:txBody>
      <dsp:txXfrm>
        <a:off x="20390" y="1987213"/>
        <a:ext cx="10474820" cy="376910"/>
      </dsp:txXfrm>
    </dsp:sp>
    <dsp:sp modelId="{D8FBE36C-5E29-4CCC-942B-DECBE436CFBA}">
      <dsp:nvSpPr>
        <dsp:cNvPr id="0" name=""/>
        <dsp:cNvSpPr/>
      </dsp:nvSpPr>
      <dsp:spPr>
        <a:xfrm>
          <a:off x="0" y="2433473"/>
          <a:ext cx="10515600" cy="4176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Order processing with payment simulation</a:t>
          </a:r>
          <a:endParaRPr lang="en-US" sz="1700" kern="1200"/>
        </a:p>
      </dsp:txBody>
      <dsp:txXfrm>
        <a:off x="20390" y="2453863"/>
        <a:ext cx="10474820" cy="376910"/>
      </dsp:txXfrm>
    </dsp:sp>
    <dsp:sp modelId="{3271D015-6752-4FEB-AC1B-2FFBD0F424DB}">
      <dsp:nvSpPr>
        <dsp:cNvPr id="0" name=""/>
        <dsp:cNvSpPr/>
      </dsp:nvSpPr>
      <dsp:spPr>
        <a:xfrm>
          <a:off x="0" y="2900124"/>
          <a:ext cx="10515600" cy="4176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Admin inventory management</a:t>
          </a:r>
          <a:endParaRPr lang="en-US" sz="1700" kern="1200"/>
        </a:p>
      </dsp:txBody>
      <dsp:txXfrm>
        <a:off x="20390" y="2920514"/>
        <a:ext cx="10474820" cy="376910"/>
      </dsp:txXfrm>
    </dsp:sp>
    <dsp:sp modelId="{79FB342F-D895-4C42-8CF5-707E1205A91E}">
      <dsp:nvSpPr>
        <dsp:cNvPr id="0" name=""/>
        <dsp:cNvSpPr/>
      </dsp:nvSpPr>
      <dsp:spPr>
        <a:xfrm>
          <a:off x="0" y="3366774"/>
          <a:ext cx="10515600" cy="41769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Automated email notifications</a:t>
          </a:r>
          <a:endParaRPr lang="en-US" sz="1700" kern="1200"/>
        </a:p>
      </dsp:txBody>
      <dsp:txXfrm>
        <a:off x="20390" y="3387164"/>
        <a:ext cx="10474820" cy="376910"/>
      </dsp:txXfrm>
    </dsp:sp>
    <dsp:sp modelId="{101AC892-D2AD-48C0-B371-D12C339E5428}">
      <dsp:nvSpPr>
        <dsp:cNvPr id="0" name=""/>
        <dsp:cNvSpPr/>
      </dsp:nvSpPr>
      <dsp:spPr>
        <a:xfrm>
          <a:off x="0" y="3833424"/>
          <a:ext cx="10515600" cy="4176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Project Type</a:t>
          </a:r>
          <a:r>
            <a:rPr lang="en-US" sz="1700" b="0" i="0" kern="1200" baseline="0"/>
            <a:t>: Learning/Educational Project</a:t>
          </a:r>
          <a:endParaRPr lang="en-US" sz="1700" kern="1200"/>
        </a:p>
      </dsp:txBody>
      <dsp:txXfrm>
        <a:off x="20390" y="3853814"/>
        <a:ext cx="10474820" cy="3769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C2F2E-00B5-487E-A151-3508D01D1599}">
      <dsp:nvSpPr>
        <dsp:cNvPr id="0" name=""/>
        <dsp:cNvSpPr/>
      </dsp:nvSpPr>
      <dsp:spPr>
        <a:xfrm>
          <a:off x="12414" y="775389"/>
          <a:ext cx="2539564" cy="761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682" tIns="200682" rIns="200682" bIns="20068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User Registration &amp; Authentication</a:t>
          </a:r>
          <a:endParaRPr lang="en-US" sz="1400" kern="1200"/>
        </a:p>
      </dsp:txBody>
      <dsp:txXfrm>
        <a:off x="12414" y="775389"/>
        <a:ext cx="2539564" cy="761869"/>
      </dsp:txXfrm>
    </dsp:sp>
    <dsp:sp modelId="{D779DC34-FB73-42DF-BC2B-319BCCA50B4B}">
      <dsp:nvSpPr>
        <dsp:cNvPr id="0" name=""/>
        <dsp:cNvSpPr/>
      </dsp:nvSpPr>
      <dsp:spPr>
        <a:xfrm>
          <a:off x="12414" y="1537259"/>
          <a:ext cx="2539564" cy="15642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53" tIns="250853" rIns="250853" bIns="25085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Secure login/logout system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Email verification on registration</a:t>
          </a:r>
        </a:p>
      </dsp:txBody>
      <dsp:txXfrm>
        <a:off x="12414" y="1537259"/>
        <a:ext cx="2539564" cy="1564299"/>
      </dsp:txXfrm>
    </dsp:sp>
    <dsp:sp modelId="{751215CF-CFC2-490B-BD59-DDA0BD1C3513}">
      <dsp:nvSpPr>
        <dsp:cNvPr id="0" name=""/>
        <dsp:cNvSpPr/>
      </dsp:nvSpPr>
      <dsp:spPr>
        <a:xfrm>
          <a:off x="2659768" y="775389"/>
          <a:ext cx="2539564" cy="761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682" tIns="200682" rIns="200682" bIns="20068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Product Exploration</a:t>
          </a:r>
          <a:endParaRPr lang="en-US" sz="1400" kern="1200"/>
        </a:p>
      </dsp:txBody>
      <dsp:txXfrm>
        <a:off x="2659768" y="775389"/>
        <a:ext cx="2539564" cy="761869"/>
      </dsp:txXfrm>
    </dsp:sp>
    <dsp:sp modelId="{971EEFF0-5275-45CC-82F8-90903064CA6D}">
      <dsp:nvSpPr>
        <dsp:cNvPr id="0" name=""/>
        <dsp:cNvSpPr/>
      </dsp:nvSpPr>
      <dsp:spPr>
        <a:xfrm>
          <a:off x="2659768" y="1537259"/>
          <a:ext cx="2539564" cy="15642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53" tIns="250853" rIns="250853" bIns="25085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Category-based filtering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Search functionality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Product details viewing</a:t>
          </a:r>
        </a:p>
      </dsp:txBody>
      <dsp:txXfrm>
        <a:off x="2659768" y="1537259"/>
        <a:ext cx="2539564" cy="1564299"/>
      </dsp:txXfrm>
    </dsp:sp>
    <dsp:sp modelId="{EDAB759D-F0E9-4F31-BFB5-0286FDBDD9EB}">
      <dsp:nvSpPr>
        <dsp:cNvPr id="0" name=""/>
        <dsp:cNvSpPr/>
      </dsp:nvSpPr>
      <dsp:spPr>
        <a:xfrm>
          <a:off x="5307122" y="775389"/>
          <a:ext cx="2539564" cy="761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682" tIns="200682" rIns="200682" bIns="20068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Shopping Cart Management</a:t>
          </a:r>
          <a:endParaRPr lang="en-US" sz="1400" kern="1200"/>
        </a:p>
      </dsp:txBody>
      <dsp:txXfrm>
        <a:off x="5307122" y="775389"/>
        <a:ext cx="2539564" cy="761869"/>
      </dsp:txXfrm>
    </dsp:sp>
    <dsp:sp modelId="{7DCD87A3-3B9D-464F-A650-81E7C549264A}">
      <dsp:nvSpPr>
        <dsp:cNvPr id="0" name=""/>
        <dsp:cNvSpPr/>
      </dsp:nvSpPr>
      <dsp:spPr>
        <a:xfrm>
          <a:off x="5307122" y="1537259"/>
          <a:ext cx="2539564" cy="15642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53" tIns="250853" rIns="250853" bIns="25085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Add/remove items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Adjust quantities (increment/decrement)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Real-time cart updates</a:t>
          </a:r>
        </a:p>
      </dsp:txBody>
      <dsp:txXfrm>
        <a:off x="5307122" y="1537259"/>
        <a:ext cx="2539564" cy="1564299"/>
      </dsp:txXfrm>
    </dsp:sp>
    <dsp:sp modelId="{16595E7E-8467-4675-9BAA-294436361FE2}">
      <dsp:nvSpPr>
        <dsp:cNvPr id="0" name=""/>
        <dsp:cNvSpPr/>
      </dsp:nvSpPr>
      <dsp:spPr>
        <a:xfrm>
          <a:off x="7954476" y="775389"/>
          <a:ext cx="2539564" cy="761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682" tIns="200682" rIns="200682" bIns="20068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Checkout Process</a:t>
          </a:r>
          <a:endParaRPr lang="en-US" sz="1400" kern="1200"/>
        </a:p>
      </dsp:txBody>
      <dsp:txXfrm>
        <a:off x="7954476" y="775389"/>
        <a:ext cx="2539564" cy="761869"/>
      </dsp:txXfrm>
    </dsp:sp>
    <dsp:sp modelId="{3983A062-A5F2-429B-80CF-32EE75DAD0E7}">
      <dsp:nvSpPr>
        <dsp:cNvPr id="0" name=""/>
        <dsp:cNvSpPr/>
      </dsp:nvSpPr>
      <dsp:spPr>
        <a:xfrm>
          <a:off x="7954476" y="1537259"/>
          <a:ext cx="2539564" cy="15642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53" tIns="250853" rIns="250853" bIns="25085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Simulated payment gateway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Order confirmation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Order history tracking</a:t>
          </a:r>
        </a:p>
      </dsp:txBody>
      <dsp:txXfrm>
        <a:off x="7954476" y="1537259"/>
        <a:ext cx="2539564" cy="15642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EE554-1DF6-487E-8DC5-87DAA9D32CD6}">
      <dsp:nvSpPr>
        <dsp:cNvPr id="0" name=""/>
        <dsp:cNvSpPr/>
      </dsp:nvSpPr>
      <dsp:spPr>
        <a:xfrm>
          <a:off x="24368" y="1859"/>
          <a:ext cx="1936614" cy="11619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nventory Management</a:t>
          </a:r>
          <a:endParaRPr lang="en-US" sz="1700" kern="1200"/>
        </a:p>
      </dsp:txBody>
      <dsp:txXfrm>
        <a:off x="24368" y="1859"/>
        <a:ext cx="1936614" cy="1161968"/>
      </dsp:txXfrm>
    </dsp:sp>
    <dsp:sp modelId="{DD1E155C-B53C-4CEB-866A-AB12EF053C87}">
      <dsp:nvSpPr>
        <dsp:cNvPr id="0" name=""/>
        <dsp:cNvSpPr/>
      </dsp:nvSpPr>
      <dsp:spPr>
        <a:xfrm>
          <a:off x="2154644" y="1859"/>
          <a:ext cx="1936614" cy="1161968"/>
        </a:xfrm>
        <a:prstGeom prst="rect">
          <a:avLst/>
        </a:prstGeom>
        <a:solidFill>
          <a:schemeClr val="accent5">
            <a:hueOff val="-1104741"/>
            <a:satOff val="-75"/>
            <a:lumOff val="17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Add new products</a:t>
          </a:r>
          <a:endParaRPr lang="en-US" sz="1700" kern="1200"/>
        </a:p>
      </dsp:txBody>
      <dsp:txXfrm>
        <a:off x="2154644" y="1859"/>
        <a:ext cx="1936614" cy="1161968"/>
      </dsp:txXfrm>
    </dsp:sp>
    <dsp:sp modelId="{C0E9AD25-F4D8-471D-81FC-26666B848EA4}">
      <dsp:nvSpPr>
        <dsp:cNvPr id="0" name=""/>
        <dsp:cNvSpPr/>
      </dsp:nvSpPr>
      <dsp:spPr>
        <a:xfrm>
          <a:off x="4284920" y="1859"/>
          <a:ext cx="1936614" cy="1161968"/>
        </a:xfrm>
        <a:prstGeom prst="rect">
          <a:avLst/>
        </a:prstGeom>
        <a:solidFill>
          <a:schemeClr val="accent5">
            <a:hueOff val="-2209482"/>
            <a:satOff val="-150"/>
            <a:lumOff val="35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Update existing products</a:t>
          </a:r>
          <a:endParaRPr lang="en-US" sz="1700" kern="1200"/>
        </a:p>
      </dsp:txBody>
      <dsp:txXfrm>
        <a:off x="4284920" y="1859"/>
        <a:ext cx="1936614" cy="1161968"/>
      </dsp:txXfrm>
    </dsp:sp>
    <dsp:sp modelId="{AEC81F9A-2A2A-4AE6-AC72-B608EBE44F2F}">
      <dsp:nvSpPr>
        <dsp:cNvPr id="0" name=""/>
        <dsp:cNvSpPr/>
      </dsp:nvSpPr>
      <dsp:spPr>
        <a:xfrm>
          <a:off x="6415196" y="1859"/>
          <a:ext cx="1936614" cy="1161968"/>
        </a:xfrm>
        <a:prstGeom prst="rect">
          <a:avLst/>
        </a:prstGeom>
        <a:solidFill>
          <a:schemeClr val="accent5">
            <a:hueOff val="-3314223"/>
            <a:satOff val="-225"/>
            <a:lumOff val="5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Remove discontinued items</a:t>
          </a:r>
          <a:endParaRPr lang="en-US" sz="1700" kern="1200"/>
        </a:p>
      </dsp:txBody>
      <dsp:txXfrm>
        <a:off x="6415196" y="1859"/>
        <a:ext cx="1936614" cy="1161968"/>
      </dsp:txXfrm>
    </dsp:sp>
    <dsp:sp modelId="{B6FD0060-32A8-423C-A152-E62BF2F06049}">
      <dsp:nvSpPr>
        <dsp:cNvPr id="0" name=""/>
        <dsp:cNvSpPr/>
      </dsp:nvSpPr>
      <dsp:spPr>
        <a:xfrm>
          <a:off x="8545473" y="1859"/>
          <a:ext cx="1936614" cy="1161968"/>
        </a:xfrm>
        <a:prstGeom prst="rect">
          <a:avLst/>
        </a:prstGeom>
        <a:solidFill>
          <a:schemeClr val="accent5">
            <a:hueOff val="-4418963"/>
            <a:satOff val="-300"/>
            <a:lumOff val="7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Stock level management</a:t>
          </a:r>
          <a:endParaRPr lang="en-US" sz="1700" kern="1200"/>
        </a:p>
      </dsp:txBody>
      <dsp:txXfrm>
        <a:off x="8545473" y="1859"/>
        <a:ext cx="1936614" cy="1161968"/>
      </dsp:txXfrm>
    </dsp:sp>
    <dsp:sp modelId="{565ADE6B-CFE0-47B4-A6E4-9B08A0A3EF9A}">
      <dsp:nvSpPr>
        <dsp:cNvPr id="0" name=""/>
        <dsp:cNvSpPr/>
      </dsp:nvSpPr>
      <dsp:spPr>
        <a:xfrm>
          <a:off x="24368" y="1357489"/>
          <a:ext cx="1936614" cy="1161968"/>
        </a:xfrm>
        <a:prstGeom prst="rect">
          <a:avLst/>
        </a:prstGeom>
        <a:solidFill>
          <a:schemeClr val="accent5">
            <a:hueOff val="-5523705"/>
            <a:satOff val="-375"/>
            <a:lumOff val="8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Order Management</a:t>
          </a:r>
          <a:endParaRPr lang="en-US" sz="1700" kern="1200"/>
        </a:p>
      </dsp:txBody>
      <dsp:txXfrm>
        <a:off x="24368" y="1357489"/>
        <a:ext cx="1936614" cy="1161968"/>
      </dsp:txXfrm>
    </dsp:sp>
    <dsp:sp modelId="{EDE7212C-E21C-4A68-ADD3-43E7B47E2DC7}">
      <dsp:nvSpPr>
        <dsp:cNvPr id="0" name=""/>
        <dsp:cNvSpPr/>
      </dsp:nvSpPr>
      <dsp:spPr>
        <a:xfrm>
          <a:off x="2154644" y="1357489"/>
          <a:ext cx="1936614" cy="1161968"/>
        </a:xfrm>
        <a:prstGeom prst="rect">
          <a:avLst/>
        </a:prstGeom>
        <a:solidFill>
          <a:schemeClr val="accent5">
            <a:hueOff val="-6628445"/>
            <a:satOff val="-451"/>
            <a:lumOff val="10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View all customer orders</a:t>
          </a:r>
          <a:endParaRPr lang="en-US" sz="1700" kern="1200"/>
        </a:p>
      </dsp:txBody>
      <dsp:txXfrm>
        <a:off x="2154644" y="1357489"/>
        <a:ext cx="1936614" cy="1161968"/>
      </dsp:txXfrm>
    </dsp:sp>
    <dsp:sp modelId="{6D0A5A22-9F10-4CC9-BD28-594A01471AC0}">
      <dsp:nvSpPr>
        <dsp:cNvPr id="0" name=""/>
        <dsp:cNvSpPr/>
      </dsp:nvSpPr>
      <dsp:spPr>
        <a:xfrm>
          <a:off x="4284920" y="1357489"/>
          <a:ext cx="1936614" cy="1161968"/>
        </a:xfrm>
        <a:prstGeom prst="rect">
          <a:avLst/>
        </a:prstGeom>
        <a:solidFill>
          <a:schemeClr val="accent5">
            <a:hueOff val="-7733186"/>
            <a:satOff val="-526"/>
            <a:lumOff val="12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Update order status (processing → shipped → delivered)</a:t>
          </a:r>
          <a:endParaRPr lang="en-US" sz="1700" kern="1200"/>
        </a:p>
      </dsp:txBody>
      <dsp:txXfrm>
        <a:off x="4284920" y="1357489"/>
        <a:ext cx="1936614" cy="1161968"/>
      </dsp:txXfrm>
    </dsp:sp>
    <dsp:sp modelId="{BD4CFAC4-E492-4549-9BE2-43CA807FBCBC}">
      <dsp:nvSpPr>
        <dsp:cNvPr id="0" name=""/>
        <dsp:cNvSpPr/>
      </dsp:nvSpPr>
      <dsp:spPr>
        <a:xfrm>
          <a:off x="6415196" y="1357489"/>
          <a:ext cx="1936614" cy="1161968"/>
        </a:xfrm>
        <a:prstGeom prst="rect">
          <a:avLst/>
        </a:prstGeom>
        <a:solidFill>
          <a:schemeClr val="accent5">
            <a:hueOff val="-8837927"/>
            <a:satOff val="-601"/>
            <a:lumOff val="14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Sales monitoring</a:t>
          </a:r>
          <a:endParaRPr lang="en-US" sz="1700" kern="1200"/>
        </a:p>
      </dsp:txBody>
      <dsp:txXfrm>
        <a:off x="6415196" y="1357489"/>
        <a:ext cx="1936614" cy="1161968"/>
      </dsp:txXfrm>
    </dsp:sp>
    <dsp:sp modelId="{E8BD5B9C-6C2E-496B-AEFD-D8A02C13B7EB}">
      <dsp:nvSpPr>
        <dsp:cNvPr id="0" name=""/>
        <dsp:cNvSpPr/>
      </dsp:nvSpPr>
      <dsp:spPr>
        <a:xfrm>
          <a:off x="8545473" y="1357489"/>
          <a:ext cx="1936614" cy="1161968"/>
        </a:xfrm>
        <a:prstGeom prst="rect">
          <a:avLst/>
        </a:prstGeom>
        <a:solidFill>
          <a:schemeClr val="accent5">
            <a:hueOff val="-9942668"/>
            <a:satOff val="-676"/>
            <a:lumOff val="160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User Management</a:t>
          </a:r>
          <a:endParaRPr lang="en-US" sz="1700" kern="1200"/>
        </a:p>
      </dsp:txBody>
      <dsp:txXfrm>
        <a:off x="8545473" y="1357489"/>
        <a:ext cx="1936614" cy="1161968"/>
      </dsp:txXfrm>
    </dsp:sp>
    <dsp:sp modelId="{63A35ADF-93B8-4CD2-94AC-D22C8F482F67}">
      <dsp:nvSpPr>
        <dsp:cNvPr id="0" name=""/>
        <dsp:cNvSpPr/>
      </dsp:nvSpPr>
      <dsp:spPr>
        <a:xfrm>
          <a:off x="3219782" y="2713119"/>
          <a:ext cx="1936614" cy="1161968"/>
        </a:xfrm>
        <a:prstGeom prst="rect">
          <a:avLst/>
        </a:prstGeom>
        <a:solidFill>
          <a:schemeClr val="accent5">
            <a:hueOff val="-11047409"/>
            <a:satOff val="-751"/>
            <a:lumOff val="17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View registered users</a:t>
          </a:r>
          <a:endParaRPr lang="en-US" sz="1700" kern="1200"/>
        </a:p>
      </dsp:txBody>
      <dsp:txXfrm>
        <a:off x="3219782" y="2713119"/>
        <a:ext cx="1936614" cy="1161968"/>
      </dsp:txXfrm>
    </dsp:sp>
    <dsp:sp modelId="{27133F0F-5D98-4B78-9DE0-4347DD53F8AB}">
      <dsp:nvSpPr>
        <dsp:cNvPr id="0" name=""/>
        <dsp:cNvSpPr/>
      </dsp:nvSpPr>
      <dsp:spPr>
        <a:xfrm>
          <a:off x="5350058" y="2713119"/>
          <a:ext cx="1936614" cy="1161968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Monitor user activities</a:t>
          </a:r>
          <a:endParaRPr lang="en-US" sz="1700" kern="1200"/>
        </a:p>
      </dsp:txBody>
      <dsp:txXfrm>
        <a:off x="5350058" y="2713119"/>
        <a:ext cx="1936614" cy="11619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6442D-C748-4531-A294-4435B9FAE5CB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7592B9AA-ABC6-4800-9632-B1504A6E8564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Automated Email Triggers</a:t>
          </a:r>
          <a:endParaRPr lang="en-US" sz="1400" kern="1200"/>
        </a:p>
      </dsp:txBody>
      <dsp:txXfrm>
        <a:off x="748607" y="2795"/>
        <a:ext cx="1922896" cy="1153737"/>
      </dsp:txXfrm>
    </dsp:sp>
    <dsp:sp modelId="{4D100D99-D67D-4070-91C8-BD2DA64B6731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5BB4A064-4F1E-475D-8546-693201CCE88C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Registration Confirmation</a:t>
          </a:r>
          <a:r>
            <a:rPr lang="en-US" sz="1400" kern="1200"/>
            <a:t> - Welcome email upon signup</a:t>
          </a:r>
        </a:p>
      </dsp:txBody>
      <dsp:txXfrm>
        <a:off x="3113770" y="2795"/>
        <a:ext cx="1922896" cy="1153737"/>
      </dsp:txXfrm>
    </dsp:sp>
    <dsp:sp modelId="{9B34B6F8-3C40-4C61-9F0F-BCB8164C2AD8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82D60151-EC0E-49AC-A86E-43CF6A2269A8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Order Placement</a:t>
          </a:r>
          <a:r>
            <a:rPr lang="en-US" sz="1400" kern="1200"/>
            <a:t> - Order confirmation with details</a:t>
          </a:r>
        </a:p>
      </dsp:txBody>
      <dsp:txXfrm>
        <a:off x="5478933" y="2795"/>
        <a:ext cx="1922896" cy="1153737"/>
      </dsp:txXfrm>
    </dsp:sp>
    <dsp:sp modelId="{C2C5651D-ECC6-40B1-A4AB-14E6486940E0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4D467BA0-E0F8-43E4-B6FB-00C27F4B3289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Stock Availability</a:t>
          </a:r>
          <a:r>
            <a:rPr lang="en-US" sz="1400" kern="1200"/>
            <a:t> - Notify users when out-of-stock items become available</a:t>
          </a:r>
        </a:p>
      </dsp:txBody>
      <dsp:txXfrm>
        <a:off x="7844095" y="2795"/>
        <a:ext cx="1922896" cy="1153737"/>
      </dsp:txXfrm>
    </dsp:sp>
    <dsp:sp modelId="{CEFE7926-4628-4888-A27F-D79F9B05D5F6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D9D5DB59-E304-4C6D-9CD9-56FE9062E1C2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Shipping Updates</a:t>
          </a:r>
          <a:r>
            <a:rPr lang="en-US" sz="1400" kern="1200"/>
            <a:t> - Notify when items are shipped/delivered</a:t>
          </a:r>
        </a:p>
      </dsp:txBody>
      <dsp:txXfrm>
        <a:off x="748607" y="1598800"/>
        <a:ext cx="1922896" cy="1153737"/>
      </dsp:txXfrm>
    </dsp:sp>
    <dsp:sp modelId="{892CF2B2-BEA3-491C-9DFC-316D69208BEC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539CEA8D-B0A8-4DB7-B743-5C9583CE76BB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Implementation Details</a:t>
          </a:r>
          <a:endParaRPr lang="en-US" sz="1400" kern="1200"/>
        </a:p>
      </dsp:txBody>
      <dsp:txXfrm>
        <a:off x="3113770" y="1598800"/>
        <a:ext cx="1922896" cy="1153737"/>
      </dsp:txXfrm>
    </dsp:sp>
    <dsp:sp modelId="{BED05DCD-146D-45F7-8572-85709036111A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18EEEE75-80C6-4F55-9FA0-15CCAF59E7AA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Uses Gmail's App Passwords for authentication</a:t>
          </a:r>
        </a:p>
      </dsp:txBody>
      <dsp:txXfrm>
        <a:off x="5478933" y="1598800"/>
        <a:ext cx="1922896" cy="1153737"/>
      </dsp:txXfrm>
    </dsp:sp>
    <dsp:sp modelId="{AE372F7B-27B3-4417-A3C9-E257D81C3644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82B914BD-AD12-48C5-83B1-E885B1A0C604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Configurable in application.properties file</a:t>
          </a:r>
        </a:p>
      </dsp:txBody>
      <dsp:txXfrm>
        <a:off x="7844095" y="1598800"/>
        <a:ext cx="1922896" cy="1153737"/>
      </dsp:txXfrm>
    </dsp:sp>
    <dsp:sp modelId="{21E027BF-954D-4922-92C6-5A613376A6B2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HTML email templates</a:t>
          </a:r>
        </a:p>
      </dsp:txBody>
      <dsp:txXfrm>
        <a:off x="748607" y="3194804"/>
        <a:ext cx="1922896" cy="115373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5E11F-1AC8-4038-A9BF-249C2F60AB75}">
      <dsp:nvSpPr>
        <dsp:cNvPr id="0" name=""/>
        <dsp:cNvSpPr/>
      </dsp:nvSpPr>
      <dsp:spPr>
        <a:xfrm>
          <a:off x="9382528" y="1371717"/>
          <a:ext cx="1450069" cy="14496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025EF-3A0F-4FD7-B42D-F40483F0A4FB}">
      <dsp:nvSpPr>
        <dsp:cNvPr id="0" name=""/>
        <dsp:cNvSpPr/>
      </dsp:nvSpPr>
      <dsp:spPr>
        <a:xfrm>
          <a:off x="9431792" y="1420046"/>
          <a:ext cx="1352612" cy="1352966"/>
        </a:xfrm>
        <a:prstGeom prst="ellipse">
          <a:avLst/>
        </a:prstGeom>
        <a:solidFill>
          <a:schemeClr val="accent2">
            <a:hueOff val="495663"/>
            <a:satOff val="-1423"/>
            <a:lumOff val="-227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External Services</a:t>
          </a:r>
          <a:r>
            <a:rPr lang="en-US" sz="1100" kern="1200"/>
            <a:t>: Gmail SMTP</a:t>
          </a:r>
        </a:p>
      </dsp:txBody>
      <dsp:txXfrm>
        <a:off x="9624563" y="1613363"/>
        <a:ext cx="965998" cy="966331"/>
      </dsp:txXfrm>
    </dsp:sp>
    <dsp:sp modelId="{3B8627F7-06C5-4C1C-ABEA-71C03E260B00}">
      <dsp:nvSpPr>
        <dsp:cNvPr id="0" name=""/>
        <dsp:cNvSpPr/>
      </dsp:nvSpPr>
      <dsp:spPr>
        <a:xfrm rot="2700000">
          <a:off x="7884988" y="1371554"/>
          <a:ext cx="1449696" cy="1449696"/>
        </a:xfrm>
        <a:prstGeom prst="teardrop">
          <a:avLst>
            <a:gd name="adj" fmla="val 100000"/>
          </a:avLst>
        </a:prstGeom>
        <a:solidFill>
          <a:schemeClr val="accent2">
            <a:hueOff val="991325"/>
            <a:satOff val="-2845"/>
            <a:lumOff val="-45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9A6D9-B81E-4F9D-80BD-38E433C87732}">
      <dsp:nvSpPr>
        <dsp:cNvPr id="0" name=""/>
        <dsp:cNvSpPr/>
      </dsp:nvSpPr>
      <dsp:spPr>
        <a:xfrm>
          <a:off x="7933530" y="1420046"/>
          <a:ext cx="1352612" cy="1352966"/>
        </a:xfrm>
        <a:prstGeom prst="ellipse">
          <a:avLst/>
        </a:prstGeom>
        <a:solidFill>
          <a:schemeClr val="accent2">
            <a:hueOff val="1486988"/>
            <a:satOff val="-4268"/>
            <a:lumOff val="-683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Database</a:t>
          </a:r>
          <a:r>
            <a:rPr lang="en-US" sz="1100" kern="1200"/>
            <a:t>: MySQL</a:t>
          </a:r>
        </a:p>
      </dsp:txBody>
      <dsp:txXfrm>
        <a:off x="8126301" y="1613363"/>
        <a:ext cx="965998" cy="966331"/>
      </dsp:txXfrm>
    </dsp:sp>
    <dsp:sp modelId="{F848CF97-E978-4DFF-B5AB-7E05CA741FAC}">
      <dsp:nvSpPr>
        <dsp:cNvPr id="0" name=""/>
        <dsp:cNvSpPr/>
      </dsp:nvSpPr>
      <dsp:spPr>
        <a:xfrm rot="2700000">
          <a:off x="6387797" y="1371554"/>
          <a:ext cx="1449696" cy="1449696"/>
        </a:xfrm>
        <a:prstGeom prst="teardrop">
          <a:avLst>
            <a:gd name="adj" fmla="val 100000"/>
          </a:avLst>
        </a:prstGeom>
        <a:solidFill>
          <a:schemeClr val="accent2">
            <a:hueOff val="1982650"/>
            <a:satOff val="-5690"/>
            <a:lumOff val="-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429E12-9A4D-4538-B58D-64E8CB32F9A3}">
      <dsp:nvSpPr>
        <dsp:cNvPr id="0" name=""/>
        <dsp:cNvSpPr/>
      </dsp:nvSpPr>
      <dsp:spPr>
        <a:xfrm>
          <a:off x="6435268" y="1420046"/>
          <a:ext cx="1352612" cy="1352966"/>
        </a:xfrm>
        <a:prstGeom prst="ellipse">
          <a:avLst/>
        </a:prstGeom>
        <a:solidFill>
          <a:schemeClr val="accent2">
            <a:hueOff val="2478313"/>
            <a:satOff val="-7113"/>
            <a:lumOff val="-113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Data Access Layer</a:t>
          </a:r>
          <a:r>
            <a:rPr lang="en-US" sz="1100" kern="1200"/>
            <a:t>: JDBC</a:t>
          </a:r>
        </a:p>
      </dsp:txBody>
      <dsp:txXfrm>
        <a:off x="6629110" y="1613363"/>
        <a:ext cx="965998" cy="966331"/>
      </dsp:txXfrm>
    </dsp:sp>
    <dsp:sp modelId="{CBB771D2-3E7E-43A6-B1BC-CD802694D240}">
      <dsp:nvSpPr>
        <dsp:cNvPr id="0" name=""/>
        <dsp:cNvSpPr/>
      </dsp:nvSpPr>
      <dsp:spPr>
        <a:xfrm rot="2700000">
          <a:off x="4889535" y="1371554"/>
          <a:ext cx="1449696" cy="1449696"/>
        </a:xfrm>
        <a:prstGeom prst="teardrop">
          <a:avLst>
            <a:gd name="adj" fmla="val 100000"/>
          </a:avLst>
        </a:prstGeom>
        <a:solidFill>
          <a:schemeClr val="accent2">
            <a:hueOff val="2973976"/>
            <a:satOff val="-8535"/>
            <a:lumOff val="-136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2B27D-A4E0-442B-821B-695EF99925DC}">
      <dsp:nvSpPr>
        <dsp:cNvPr id="0" name=""/>
        <dsp:cNvSpPr/>
      </dsp:nvSpPr>
      <dsp:spPr>
        <a:xfrm>
          <a:off x="4938076" y="1420046"/>
          <a:ext cx="1352612" cy="1352966"/>
        </a:xfrm>
        <a:prstGeom prst="ellipse">
          <a:avLst/>
        </a:prstGeom>
        <a:solidFill>
          <a:schemeClr val="accent2">
            <a:hueOff val="3469638"/>
            <a:satOff val="-9958"/>
            <a:lumOff val="-159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Business Layer</a:t>
          </a:r>
          <a:r>
            <a:rPr lang="en-US" sz="1100" kern="1200"/>
            <a:t>: Java Classes</a:t>
          </a:r>
        </a:p>
      </dsp:txBody>
      <dsp:txXfrm>
        <a:off x="5130848" y="1613363"/>
        <a:ext cx="965998" cy="966331"/>
      </dsp:txXfrm>
    </dsp:sp>
    <dsp:sp modelId="{6A898FFF-513F-41EF-B69B-7661FFD7CD78}">
      <dsp:nvSpPr>
        <dsp:cNvPr id="0" name=""/>
        <dsp:cNvSpPr/>
      </dsp:nvSpPr>
      <dsp:spPr>
        <a:xfrm rot="2700000">
          <a:off x="3391272" y="1371554"/>
          <a:ext cx="1449696" cy="1449696"/>
        </a:xfrm>
        <a:prstGeom prst="teardrop">
          <a:avLst>
            <a:gd name="adj" fmla="val 100000"/>
          </a:avLst>
        </a:prstGeom>
        <a:solidFill>
          <a:schemeClr val="accent2">
            <a:hueOff val="3965301"/>
            <a:satOff val="-11380"/>
            <a:lumOff val="-1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ED12A-24B6-4306-9598-031B5E5928CD}">
      <dsp:nvSpPr>
        <dsp:cNvPr id="0" name=""/>
        <dsp:cNvSpPr/>
      </dsp:nvSpPr>
      <dsp:spPr>
        <a:xfrm>
          <a:off x="3439814" y="1420046"/>
          <a:ext cx="1352612" cy="1352966"/>
        </a:xfrm>
        <a:prstGeom prst="ellipse">
          <a:avLst/>
        </a:prstGeom>
        <a:solidFill>
          <a:schemeClr val="accent2">
            <a:hueOff val="4460963"/>
            <a:satOff val="-12803"/>
            <a:lumOff val="-204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Controller Layer</a:t>
          </a:r>
          <a:r>
            <a:rPr lang="en-US" sz="1100" kern="1200"/>
            <a:t>: Java Servlets</a:t>
          </a:r>
        </a:p>
      </dsp:txBody>
      <dsp:txXfrm>
        <a:off x="3632586" y="1613363"/>
        <a:ext cx="965998" cy="966331"/>
      </dsp:txXfrm>
    </dsp:sp>
    <dsp:sp modelId="{7BF16AB8-1CCC-44E6-AB29-9D44842750F5}">
      <dsp:nvSpPr>
        <dsp:cNvPr id="0" name=""/>
        <dsp:cNvSpPr/>
      </dsp:nvSpPr>
      <dsp:spPr>
        <a:xfrm rot="2700000">
          <a:off x="1894081" y="1371554"/>
          <a:ext cx="1449696" cy="1449696"/>
        </a:xfrm>
        <a:prstGeom prst="teardrop">
          <a:avLst>
            <a:gd name="adj" fmla="val 100000"/>
          </a:avLst>
        </a:prstGeom>
        <a:solidFill>
          <a:schemeClr val="accent2">
            <a:hueOff val="4956626"/>
            <a:satOff val="-14225"/>
            <a:lumOff val="-227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335AA-51B6-4EBC-B7EE-FD380E38C9BF}">
      <dsp:nvSpPr>
        <dsp:cNvPr id="0" name=""/>
        <dsp:cNvSpPr/>
      </dsp:nvSpPr>
      <dsp:spPr>
        <a:xfrm>
          <a:off x="1941552" y="1420046"/>
          <a:ext cx="1352612" cy="1352966"/>
        </a:xfrm>
        <a:prstGeom prst="ellipse">
          <a:avLst/>
        </a:prstGeom>
        <a:solidFill>
          <a:schemeClr val="accent2">
            <a:hueOff val="5452289"/>
            <a:satOff val="-15648"/>
            <a:lumOff val="-250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Presentation Layer</a:t>
          </a:r>
          <a:r>
            <a:rPr lang="en-US" sz="1100" kern="1200"/>
            <a:t>: JSP, HTML, CSS, JavaScript</a:t>
          </a:r>
        </a:p>
      </dsp:txBody>
      <dsp:txXfrm>
        <a:off x="2135395" y="1613363"/>
        <a:ext cx="965998" cy="966331"/>
      </dsp:txXfrm>
    </dsp:sp>
    <dsp:sp modelId="{C8A47333-AAB0-4345-A327-6C785BAE9D2E}">
      <dsp:nvSpPr>
        <dsp:cNvPr id="0" name=""/>
        <dsp:cNvSpPr/>
      </dsp:nvSpPr>
      <dsp:spPr>
        <a:xfrm rot="2700000">
          <a:off x="395819" y="1371554"/>
          <a:ext cx="1449696" cy="1449696"/>
        </a:xfrm>
        <a:prstGeom prst="teardrop">
          <a:avLst>
            <a:gd name="adj" fmla="val 100000"/>
          </a:avLst>
        </a:prstGeom>
        <a:solidFill>
          <a:schemeClr val="accent2">
            <a:hueOff val="5947951"/>
            <a:satOff val="-17070"/>
            <a:lumOff val="-2733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1F99F-6E36-477F-867F-EE3D071D755A}">
      <dsp:nvSpPr>
        <dsp:cNvPr id="0" name=""/>
        <dsp:cNvSpPr/>
      </dsp:nvSpPr>
      <dsp:spPr>
        <a:xfrm>
          <a:off x="444361" y="1420046"/>
          <a:ext cx="1352612" cy="1352966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rchitecture Components</a:t>
          </a:r>
          <a:r>
            <a:rPr lang="en-US" sz="1100" kern="1200"/>
            <a:t>:</a:t>
          </a:r>
        </a:p>
      </dsp:txBody>
      <dsp:txXfrm>
        <a:off x="637132" y="1613363"/>
        <a:ext cx="965998" cy="9663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9A2C87-0935-4F7C-B576-A888FC7CF0DD}">
      <dsp:nvSpPr>
        <dsp:cNvPr id="0" name=""/>
        <dsp:cNvSpPr/>
      </dsp:nvSpPr>
      <dsp:spPr>
        <a:xfrm>
          <a:off x="2968203" y="511688"/>
          <a:ext cx="395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6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5475" y="555276"/>
        <a:ext cx="21323" cy="4264"/>
      </dsp:txXfrm>
    </dsp:sp>
    <dsp:sp modelId="{D5A5F864-416A-4C87-9FD0-2CE158510EEB}">
      <dsp:nvSpPr>
        <dsp:cNvPr id="0" name=""/>
        <dsp:cNvSpPr/>
      </dsp:nvSpPr>
      <dsp:spPr>
        <a:xfrm>
          <a:off x="1115793" y="1146"/>
          <a:ext cx="1854209" cy="11125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Core Tables</a:t>
          </a:r>
          <a:endParaRPr lang="en-US" sz="1700" kern="1200"/>
        </a:p>
      </dsp:txBody>
      <dsp:txXfrm>
        <a:off x="1115793" y="1146"/>
        <a:ext cx="1854209" cy="1112525"/>
      </dsp:txXfrm>
    </dsp:sp>
    <dsp:sp modelId="{84A55C29-2017-4D00-B4E8-E15F6EEED5EB}">
      <dsp:nvSpPr>
        <dsp:cNvPr id="0" name=""/>
        <dsp:cNvSpPr/>
      </dsp:nvSpPr>
      <dsp:spPr>
        <a:xfrm>
          <a:off x="5248880" y="511688"/>
          <a:ext cx="395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68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6152" y="555276"/>
        <a:ext cx="21323" cy="4264"/>
      </dsp:txXfrm>
    </dsp:sp>
    <dsp:sp modelId="{D1194F44-B76A-4C9A-A128-6E88A0773859}">
      <dsp:nvSpPr>
        <dsp:cNvPr id="0" name=""/>
        <dsp:cNvSpPr/>
      </dsp:nvSpPr>
      <dsp:spPr>
        <a:xfrm>
          <a:off x="3396471" y="1146"/>
          <a:ext cx="1854209" cy="11125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Users</a:t>
          </a:r>
          <a:r>
            <a:rPr lang="en-US" sz="1700" kern="1200"/>
            <a:t> - Customer information</a:t>
          </a:r>
        </a:p>
      </dsp:txBody>
      <dsp:txXfrm>
        <a:off x="3396471" y="1146"/>
        <a:ext cx="1854209" cy="1112525"/>
      </dsp:txXfrm>
    </dsp:sp>
    <dsp:sp modelId="{C5EC8BB7-5732-44AC-9FF6-75E4D9E3B539}">
      <dsp:nvSpPr>
        <dsp:cNvPr id="0" name=""/>
        <dsp:cNvSpPr/>
      </dsp:nvSpPr>
      <dsp:spPr>
        <a:xfrm>
          <a:off x="7529557" y="511688"/>
          <a:ext cx="395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68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716830" y="555276"/>
        <a:ext cx="21323" cy="4264"/>
      </dsp:txXfrm>
    </dsp:sp>
    <dsp:sp modelId="{23BF3653-1ACF-48F0-A21B-D12485C1B5FC}">
      <dsp:nvSpPr>
        <dsp:cNvPr id="0" name=""/>
        <dsp:cNvSpPr/>
      </dsp:nvSpPr>
      <dsp:spPr>
        <a:xfrm>
          <a:off x="5677148" y="1146"/>
          <a:ext cx="1854209" cy="11125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Products</a:t>
          </a:r>
          <a:r>
            <a:rPr lang="en-US" sz="1700" kern="1200"/>
            <a:t> - Product catalog with categories</a:t>
          </a:r>
        </a:p>
      </dsp:txBody>
      <dsp:txXfrm>
        <a:off x="5677148" y="1146"/>
        <a:ext cx="1854209" cy="1112525"/>
      </dsp:txXfrm>
    </dsp:sp>
    <dsp:sp modelId="{FD9C61D8-8F27-44B8-8649-3C6BD7C03DCD}">
      <dsp:nvSpPr>
        <dsp:cNvPr id="0" name=""/>
        <dsp:cNvSpPr/>
      </dsp:nvSpPr>
      <dsp:spPr>
        <a:xfrm>
          <a:off x="2042898" y="1111871"/>
          <a:ext cx="6842032" cy="395868"/>
        </a:xfrm>
        <a:custGeom>
          <a:avLst/>
          <a:gdLst/>
          <a:ahLst/>
          <a:cxnLst/>
          <a:rect l="0" t="0" r="0" b="0"/>
          <a:pathLst>
            <a:path>
              <a:moveTo>
                <a:pt x="6842032" y="0"/>
              </a:moveTo>
              <a:lnTo>
                <a:pt x="6842032" y="215034"/>
              </a:lnTo>
              <a:lnTo>
                <a:pt x="0" y="215034"/>
              </a:lnTo>
              <a:lnTo>
                <a:pt x="0" y="39586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92531" y="1307673"/>
        <a:ext cx="342765" cy="4264"/>
      </dsp:txXfrm>
    </dsp:sp>
    <dsp:sp modelId="{4E9C4AF6-9287-4157-930B-40D4C931B9AC}">
      <dsp:nvSpPr>
        <dsp:cNvPr id="0" name=""/>
        <dsp:cNvSpPr/>
      </dsp:nvSpPr>
      <dsp:spPr>
        <a:xfrm>
          <a:off x="7957825" y="1146"/>
          <a:ext cx="1854209" cy="11125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Orders</a:t>
          </a:r>
          <a:r>
            <a:rPr lang="en-US" sz="1700" kern="1200"/>
            <a:t> - Order headers</a:t>
          </a:r>
        </a:p>
      </dsp:txBody>
      <dsp:txXfrm>
        <a:off x="7957825" y="1146"/>
        <a:ext cx="1854209" cy="1112525"/>
      </dsp:txXfrm>
    </dsp:sp>
    <dsp:sp modelId="{B728A745-0D3F-48AC-B281-D5F42AEE6ED9}">
      <dsp:nvSpPr>
        <dsp:cNvPr id="0" name=""/>
        <dsp:cNvSpPr/>
      </dsp:nvSpPr>
      <dsp:spPr>
        <a:xfrm>
          <a:off x="2968203" y="2050682"/>
          <a:ext cx="395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68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5475" y="2094270"/>
        <a:ext cx="21323" cy="4264"/>
      </dsp:txXfrm>
    </dsp:sp>
    <dsp:sp modelId="{15BA8760-E5D7-4F95-96AB-B10F272EEA07}">
      <dsp:nvSpPr>
        <dsp:cNvPr id="0" name=""/>
        <dsp:cNvSpPr/>
      </dsp:nvSpPr>
      <dsp:spPr>
        <a:xfrm>
          <a:off x="1115793" y="1540139"/>
          <a:ext cx="1854209" cy="111252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Order_Items</a:t>
          </a:r>
          <a:r>
            <a:rPr lang="en-US" sz="1700" kern="1200"/>
            <a:t> - Individual items in orders</a:t>
          </a:r>
        </a:p>
      </dsp:txBody>
      <dsp:txXfrm>
        <a:off x="1115793" y="1540139"/>
        <a:ext cx="1854209" cy="1112525"/>
      </dsp:txXfrm>
    </dsp:sp>
    <dsp:sp modelId="{C20D1441-EAEC-4CCA-AC52-F2F1FBC16487}">
      <dsp:nvSpPr>
        <dsp:cNvPr id="0" name=""/>
        <dsp:cNvSpPr/>
      </dsp:nvSpPr>
      <dsp:spPr>
        <a:xfrm>
          <a:off x="5248880" y="2050682"/>
          <a:ext cx="395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6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6152" y="2094270"/>
        <a:ext cx="21323" cy="4264"/>
      </dsp:txXfrm>
    </dsp:sp>
    <dsp:sp modelId="{6499E2EA-965F-4086-8143-B0D2813F1433}">
      <dsp:nvSpPr>
        <dsp:cNvPr id="0" name=""/>
        <dsp:cNvSpPr/>
      </dsp:nvSpPr>
      <dsp:spPr>
        <a:xfrm>
          <a:off x="3396471" y="1540139"/>
          <a:ext cx="1854209" cy="11125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Cart</a:t>
          </a:r>
          <a:r>
            <a:rPr lang="en-US" sz="1700" kern="1200"/>
            <a:t> - Temporary cart storage</a:t>
          </a:r>
        </a:p>
      </dsp:txBody>
      <dsp:txXfrm>
        <a:off x="3396471" y="1540139"/>
        <a:ext cx="1854209" cy="1112525"/>
      </dsp:txXfrm>
    </dsp:sp>
    <dsp:sp modelId="{2159D3A6-E781-4557-BC26-5915C4664A59}">
      <dsp:nvSpPr>
        <dsp:cNvPr id="0" name=""/>
        <dsp:cNvSpPr/>
      </dsp:nvSpPr>
      <dsp:spPr>
        <a:xfrm>
          <a:off x="7529557" y="2050682"/>
          <a:ext cx="395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68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716830" y="2094270"/>
        <a:ext cx="21323" cy="4264"/>
      </dsp:txXfrm>
    </dsp:sp>
    <dsp:sp modelId="{22301CF6-140D-43F3-BCE3-FD98FE82FDAE}">
      <dsp:nvSpPr>
        <dsp:cNvPr id="0" name=""/>
        <dsp:cNvSpPr/>
      </dsp:nvSpPr>
      <dsp:spPr>
        <a:xfrm>
          <a:off x="5677148" y="1540139"/>
          <a:ext cx="1854209" cy="11125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Admin</a:t>
          </a:r>
          <a:r>
            <a:rPr lang="en-US" sz="1700" kern="1200"/>
            <a:t> - Administrator credentials</a:t>
          </a:r>
        </a:p>
      </dsp:txBody>
      <dsp:txXfrm>
        <a:off x="5677148" y="1540139"/>
        <a:ext cx="1854209" cy="1112525"/>
      </dsp:txXfrm>
    </dsp:sp>
    <dsp:sp modelId="{07A57017-0A82-4852-98F5-BC46B1D48383}">
      <dsp:nvSpPr>
        <dsp:cNvPr id="0" name=""/>
        <dsp:cNvSpPr/>
      </dsp:nvSpPr>
      <dsp:spPr>
        <a:xfrm>
          <a:off x="2042898" y="2650865"/>
          <a:ext cx="6842032" cy="395868"/>
        </a:xfrm>
        <a:custGeom>
          <a:avLst/>
          <a:gdLst/>
          <a:ahLst/>
          <a:cxnLst/>
          <a:rect l="0" t="0" r="0" b="0"/>
          <a:pathLst>
            <a:path>
              <a:moveTo>
                <a:pt x="6842032" y="0"/>
              </a:moveTo>
              <a:lnTo>
                <a:pt x="6842032" y="215034"/>
              </a:lnTo>
              <a:lnTo>
                <a:pt x="0" y="215034"/>
              </a:lnTo>
              <a:lnTo>
                <a:pt x="0" y="39586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92531" y="2846667"/>
        <a:ext cx="342765" cy="4264"/>
      </dsp:txXfrm>
    </dsp:sp>
    <dsp:sp modelId="{878AD5EB-5800-470B-BAAB-4BBCFA755EA2}">
      <dsp:nvSpPr>
        <dsp:cNvPr id="0" name=""/>
        <dsp:cNvSpPr/>
      </dsp:nvSpPr>
      <dsp:spPr>
        <a:xfrm>
          <a:off x="7957825" y="1540139"/>
          <a:ext cx="1854209" cy="11125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Key Relationships</a:t>
          </a:r>
          <a:endParaRPr lang="en-US" sz="1700" kern="1200"/>
        </a:p>
      </dsp:txBody>
      <dsp:txXfrm>
        <a:off x="7957825" y="1540139"/>
        <a:ext cx="1854209" cy="1112525"/>
      </dsp:txXfrm>
    </dsp:sp>
    <dsp:sp modelId="{6E9A7E15-5C64-47F9-B8B6-9B64BB83CD37}">
      <dsp:nvSpPr>
        <dsp:cNvPr id="0" name=""/>
        <dsp:cNvSpPr/>
      </dsp:nvSpPr>
      <dsp:spPr>
        <a:xfrm>
          <a:off x="2968203" y="3589676"/>
          <a:ext cx="395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68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5475" y="3633263"/>
        <a:ext cx="21323" cy="4264"/>
      </dsp:txXfrm>
    </dsp:sp>
    <dsp:sp modelId="{E4370CB5-A4A7-4685-B255-1017F654008F}">
      <dsp:nvSpPr>
        <dsp:cNvPr id="0" name=""/>
        <dsp:cNvSpPr/>
      </dsp:nvSpPr>
      <dsp:spPr>
        <a:xfrm>
          <a:off x="1115793" y="3079133"/>
          <a:ext cx="1854209" cy="11125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One user → Many orders</a:t>
          </a:r>
        </a:p>
      </dsp:txBody>
      <dsp:txXfrm>
        <a:off x="1115793" y="3079133"/>
        <a:ext cx="1854209" cy="1112525"/>
      </dsp:txXfrm>
    </dsp:sp>
    <dsp:sp modelId="{B02AC2AC-5715-4B22-A6D6-57A983380B2F}">
      <dsp:nvSpPr>
        <dsp:cNvPr id="0" name=""/>
        <dsp:cNvSpPr/>
      </dsp:nvSpPr>
      <dsp:spPr>
        <a:xfrm>
          <a:off x="5248880" y="3589676"/>
          <a:ext cx="395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68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6152" y="3633263"/>
        <a:ext cx="21323" cy="4264"/>
      </dsp:txXfrm>
    </dsp:sp>
    <dsp:sp modelId="{28A97C86-EA3F-4ADF-BAE8-FE2D33253340}">
      <dsp:nvSpPr>
        <dsp:cNvPr id="0" name=""/>
        <dsp:cNvSpPr/>
      </dsp:nvSpPr>
      <dsp:spPr>
        <a:xfrm>
          <a:off x="3396471" y="3079133"/>
          <a:ext cx="1854209" cy="111252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One order → Many order items</a:t>
          </a:r>
        </a:p>
      </dsp:txBody>
      <dsp:txXfrm>
        <a:off x="3396471" y="3079133"/>
        <a:ext cx="1854209" cy="1112525"/>
      </dsp:txXfrm>
    </dsp:sp>
    <dsp:sp modelId="{60A77A78-68C1-4077-874E-F430050A7420}">
      <dsp:nvSpPr>
        <dsp:cNvPr id="0" name=""/>
        <dsp:cNvSpPr/>
      </dsp:nvSpPr>
      <dsp:spPr>
        <a:xfrm>
          <a:off x="5677148" y="3079133"/>
          <a:ext cx="1854209" cy="11125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58" tIns="95371" rIns="90858" bIns="953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One product → Many order items/cart entries</a:t>
          </a:r>
        </a:p>
      </dsp:txBody>
      <dsp:txXfrm>
        <a:off x="5677148" y="3079133"/>
        <a:ext cx="1854209" cy="111252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9B37F-E191-4C10-BCEA-19B2F00F7141}">
      <dsp:nvSpPr>
        <dsp:cNvPr id="0" name=""/>
        <dsp:cNvSpPr/>
      </dsp:nvSpPr>
      <dsp:spPr>
        <a:xfrm>
          <a:off x="3735" y="74113"/>
          <a:ext cx="2022288" cy="1213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Prerequisites Installation</a:t>
          </a:r>
          <a:endParaRPr lang="en-US" sz="1500" kern="1200"/>
        </a:p>
      </dsp:txBody>
      <dsp:txXfrm>
        <a:off x="3735" y="74113"/>
        <a:ext cx="2022288" cy="1213373"/>
      </dsp:txXfrm>
    </dsp:sp>
    <dsp:sp modelId="{45B7F6F9-E79E-4297-B9B6-0A2ABE076EE8}">
      <dsp:nvSpPr>
        <dsp:cNvPr id="0" name=""/>
        <dsp:cNvSpPr/>
      </dsp:nvSpPr>
      <dsp:spPr>
        <a:xfrm>
          <a:off x="2228252" y="74113"/>
          <a:ext cx="2022288" cy="1213373"/>
        </a:xfrm>
        <a:prstGeom prst="rect">
          <a:avLst/>
        </a:prstGeom>
        <a:solidFill>
          <a:schemeClr val="accent2">
            <a:hueOff val="536968"/>
            <a:satOff val="-1541"/>
            <a:lumOff val="-246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Java JDK 8+</a:t>
          </a:r>
        </a:p>
      </dsp:txBody>
      <dsp:txXfrm>
        <a:off x="2228252" y="74113"/>
        <a:ext cx="2022288" cy="1213373"/>
      </dsp:txXfrm>
    </dsp:sp>
    <dsp:sp modelId="{E9B8202A-CE82-49F5-A3AD-4A3B5CEFE639}">
      <dsp:nvSpPr>
        <dsp:cNvPr id="0" name=""/>
        <dsp:cNvSpPr/>
      </dsp:nvSpPr>
      <dsp:spPr>
        <a:xfrm>
          <a:off x="4452770" y="74113"/>
          <a:ext cx="2022288" cy="1213373"/>
        </a:xfrm>
        <a:prstGeom prst="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Eclipse Enterprise Edition</a:t>
          </a:r>
        </a:p>
      </dsp:txBody>
      <dsp:txXfrm>
        <a:off x="4452770" y="74113"/>
        <a:ext cx="2022288" cy="1213373"/>
      </dsp:txXfrm>
    </dsp:sp>
    <dsp:sp modelId="{243EBA8A-ADBE-4B25-BB98-41697013345D}">
      <dsp:nvSpPr>
        <dsp:cNvPr id="0" name=""/>
        <dsp:cNvSpPr/>
      </dsp:nvSpPr>
      <dsp:spPr>
        <a:xfrm>
          <a:off x="6677287" y="74113"/>
          <a:ext cx="2022288" cy="1213373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Apache Tomcat v8.0+</a:t>
          </a:r>
        </a:p>
      </dsp:txBody>
      <dsp:txXfrm>
        <a:off x="6677287" y="74113"/>
        <a:ext cx="2022288" cy="1213373"/>
      </dsp:txXfrm>
    </dsp:sp>
    <dsp:sp modelId="{0A6D7FE6-B777-4900-913E-EC4CC10C8030}">
      <dsp:nvSpPr>
        <dsp:cNvPr id="0" name=""/>
        <dsp:cNvSpPr/>
      </dsp:nvSpPr>
      <dsp:spPr>
        <a:xfrm>
          <a:off x="8901805" y="74113"/>
          <a:ext cx="2022288" cy="1213373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MySQL Server &amp; Workbench</a:t>
          </a:r>
        </a:p>
      </dsp:txBody>
      <dsp:txXfrm>
        <a:off x="8901805" y="74113"/>
        <a:ext cx="2022288" cy="1213373"/>
      </dsp:txXfrm>
    </dsp:sp>
    <dsp:sp modelId="{6F5809DF-9A74-42DC-904E-A46BF11DBE6D}">
      <dsp:nvSpPr>
        <dsp:cNvPr id="0" name=""/>
        <dsp:cNvSpPr/>
      </dsp:nvSpPr>
      <dsp:spPr>
        <a:xfrm>
          <a:off x="3735" y="1489715"/>
          <a:ext cx="2022288" cy="1213373"/>
        </a:xfrm>
        <a:prstGeom prst="rect">
          <a:avLst/>
        </a:prstGeom>
        <a:solidFill>
          <a:schemeClr val="accent2">
            <a:hueOff val="2684839"/>
            <a:satOff val="-7705"/>
            <a:lumOff val="-123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Apache Maven</a:t>
          </a:r>
        </a:p>
      </dsp:txBody>
      <dsp:txXfrm>
        <a:off x="3735" y="1489715"/>
        <a:ext cx="2022288" cy="1213373"/>
      </dsp:txXfrm>
    </dsp:sp>
    <dsp:sp modelId="{A89C3C9C-63BB-49CC-8A3C-99767BB4494F}">
      <dsp:nvSpPr>
        <dsp:cNvPr id="0" name=""/>
        <dsp:cNvSpPr/>
      </dsp:nvSpPr>
      <dsp:spPr>
        <a:xfrm>
          <a:off x="2228252" y="1489715"/>
          <a:ext cx="2022288" cy="1213373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Git</a:t>
          </a:r>
        </a:p>
      </dsp:txBody>
      <dsp:txXfrm>
        <a:off x="2228252" y="1489715"/>
        <a:ext cx="2022288" cy="1213373"/>
      </dsp:txXfrm>
    </dsp:sp>
    <dsp:sp modelId="{53F73007-9F85-4FFF-BC29-7FB9047F7F60}">
      <dsp:nvSpPr>
        <dsp:cNvPr id="0" name=""/>
        <dsp:cNvSpPr/>
      </dsp:nvSpPr>
      <dsp:spPr>
        <a:xfrm>
          <a:off x="4452770" y="1489715"/>
          <a:ext cx="2022288" cy="1213373"/>
        </a:xfrm>
        <a:prstGeom prst="rect">
          <a:avLst/>
        </a:prstGeom>
        <a:solidFill>
          <a:schemeClr val="accent2">
            <a:hueOff val="3758775"/>
            <a:satOff val="-10788"/>
            <a:lumOff val="-172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Configuration Steps</a:t>
          </a:r>
          <a:endParaRPr lang="en-US" sz="1500" kern="1200"/>
        </a:p>
      </dsp:txBody>
      <dsp:txXfrm>
        <a:off x="4452770" y="1489715"/>
        <a:ext cx="2022288" cy="1213373"/>
      </dsp:txXfrm>
    </dsp:sp>
    <dsp:sp modelId="{93F1019A-6FCE-4B86-A11C-840897A23C7C}">
      <dsp:nvSpPr>
        <dsp:cNvPr id="0" name=""/>
        <dsp:cNvSpPr/>
      </dsp:nvSpPr>
      <dsp:spPr>
        <a:xfrm>
          <a:off x="6677287" y="1489715"/>
          <a:ext cx="2022288" cy="1213373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Clone repository</a:t>
          </a:r>
        </a:p>
      </dsp:txBody>
      <dsp:txXfrm>
        <a:off x="6677287" y="1489715"/>
        <a:ext cx="2022288" cy="1213373"/>
      </dsp:txXfrm>
    </dsp:sp>
    <dsp:sp modelId="{B4604413-9FA6-492A-8314-6A3A06F3E0E7}">
      <dsp:nvSpPr>
        <dsp:cNvPr id="0" name=""/>
        <dsp:cNvSpPr/>
      </dsp:nvSpPr>
      <dsp:spPr>
        <a:xfrm>
          <a:off x="8901805" y="1489715"/>
          <a:ext cx="2022288" cy="1213373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Initialize MySQL database using provided SQL script</a:t>
          </a:r>
        </a:p>
      </dsp:txBody>
      <dsp:txXfrm>
        <a:off x="8901805" y="1489715"/>
        <a:ext cx="2022288" cy="1213373"/>
      </dsp:txXfrm>
    </dsp:sp>
    <dsp:sp modelId="{D240C0E1-EA19-4E3B-B9AC-A1F04C2CF81A}">
      <dsp:nvSpPr>
        <dsp:cNvPr id="0" name=""/>
        <dsp:cNvSpPr/>
      </dsp:nvSpPr>
      <dsp:spPr>
        <a:xfrm>
          <a:off x="2228252" y="2905317"/>
          <a:ext cx="2022288" cy="1213373"/>
        </a:xfrm>
        <a:prstGeom prst="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Configure application.properties: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Database credentials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Gmail app password for emails</a:t>
          </a:r>
        </a:p>
      </dsp:txBody>
      <dsp:txXfrm>
        <a:off x="2228252" y="2905317"/>
        <a:ext cx="2022288" cy="1213373"/>
      </dsp:txXfrm>
    </dsp:sp>
    <dsp:sp modelId="{A3381C2D-2D3E-4AA7-AFCE-6AA82C1A7CEF}">
      <dsp:nvSpPr>
        <dsp:cNvPr id="0" name=""/>
        <dsp:cNvSpPr/>
      </dsp:nvSpPr>
      <dsp:spPr>
        <a:xfrm>
          <a:off x="4452770" y="2905317"/>
          <a:ext cx="2022288" cy="1213373"/>
        </a:xfrm>
        <a:prstGeom prst="rect">
          <a:avLst/>
        </a:prstGeom>
        <a:solidFill>
          <a:schemeClr val="accent2">
            <a:hueOff val="5906646"/>
            <a:satOff val="-16952"/>
            <a:lumOff val="-271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Maven clean install</a:t>
          </a:r>
        </a:p>
      </dsp:txBody>
      <dsp:txXfrm>
        <a:off x="4452770" y="2905317"/>
        <a:ext cx="2022288" cy="1213373"/>
      </dsp:txXfrm>
    </dsp:sp>
    <dsp:sp modelId="{D19FC869-6A19-4E39-A095-9C5D25476490}">
      <dsp:nvSpPr>
        <dsp:cNvPr id="0" name=""/>
        <dsp:cNvSpPr/>
      </dsp:nvSpPr>
      <dsp:spPr>
        <a:xfrm>
          <a:off x="6677287" y="2905317"/>
          <a:ext cx="2022288" cy="121337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Deploy to Tomcat</a:t>
          </a:r>
        </a:p>
      </dsp:txBody>
      <dsp:txXfrm>
        <a:off x="6677287" y="2905317"/>
        <a:ext cx="2022288" cy="121337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38753-9C60-42E6-9CB1-CDFAA43E7C2B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mplemented Security Measures</a:t>
          </a:r>
          <a:endParaRPr lang="en-US" sz="1600" kern="1200"/>
        </a:p>
      </dsp:txBody>
      <dsp:txXfrm>
        <a:off x="582645" y="1178"/>
        <a:ext cx="2174490" cy="1304694"/>
      </dsp:txXfrm>
    </dsp:sp>
    <dsp:sp modelId="{1BB91BA2-47B6-49A5-B29E-203E48FED045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Password Protection</a:t>
          </a:r>
          <a:r>
            <a:rPr lang="en-US" sz="1600" kern="1200"/>
            <a:t> - Hashed/stored credentials</a:t>
          </a:r>
        </a:p>
      </dsp:txBody>
      <dsp:txXfrm>
        <a:off x="2974584" y="1178"/>
        <a:ext cx="2174490" cy="1304694"/>
      </dsp:txXfrm>
    </dsp:sp>
    <dsp:sp modelId="{D448E057-90AE-484D-A562-C6ADD41CD415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Session Management</a:t>
          </a:r>
          <a:r>
            <a:rPr lang="en-US" sz="1600" kern="1200"/>
            <a:t> - User session tracking</a:t>
          </a:r>
        </a:p>
      </dsp:txBody>
      <dsp:txXfrm>
        <a:off x="5366524" y="1178"/>
        <a:ext cx="2174490" cy="1304694"/>
      </dsp:txXfrm>
    </dsp:sp>
    <dsp:sp modelId="{A0351254-A682-4A9D-A353-6776F3960155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Input Validation</a:t>
          </a:r>
          <a:r>
            <a:rPr lang="en-US" sz="1600" kern="1200"/>
            <a:t> - Form data sanitization</a:t>
          </a:r>
        </a:p>
      </dsp:txBody>
      <dsp:txXfrm>
        <a:off x="7758464" y="1178"/>
        <a:ext cx="2174490" cy="1304694"/>
      </dsp:txXfrm>
    </dsp:sp>
    <dsp:sp modelId="{9607C055-8A9A-4073-A174-504F6A7B91A8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Access Control</a:t>
          </a:r>
          <a:r>
            <a:rPr lang="en-US" sz="1600" kern="1200"/>
            <a:t> - Separate user/admin areas</a:t>
          </a:r>
        </a:p>
      </dsp:txBody>
      <dsp:txXfrm>
        <a:off x="582645" y="1523321"/>
        <a:ext cx="2174490" cy="1304694"/>
      </dsp:txXfrm>
    </dsp:sp>
    <dsp:sp modelId="{987B5CC6-F84E-4829-B79E-7F6DFABFF177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Security Notes (from README):</a:t>
          </a:r>
          <a:endParaRPr lang="en-US" sz="1600" kern="1200"/>
        </a:p>
      </dsp:txBody>
      <dsp:txXfrm>
        <a:off x="2974584" y="1523321"/>
        <a:ext cx="2174490" cy="1304694"/>
      </dsp:txXfrm>
    </dsp:sp>
    <dsp:sp modelId="{246A25B7-226D-4566-BFB7-84273B166126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"This is a Sample Project for learning purpose, we have not much considered of web security."</a:t>
          </a:r>
        </a:p>
      </dsp:txBody>
      <dsp:txXfrm>
        <a:off x="5366524" y="1523321"/>
        <a:ext cx="2174490" cy="1304694"/>
      </dsp:txXfrm>
    </dsp:sp>
    <dsp:sp modelId="{828148FC-9590-4EE6-B420-17225250D2E6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Areas for Improvement</a:t>
          </a:r>
          <a:r>
            <a:rPr lang="en-US" sz="1600" kern="1200"/>
            <a:t>:</a:t>
          </a:r>
        </a:p>
      </dsp:txBody>
      <dsp:txXfrm>
        <a:off x="7758464" y="1523321"/>
        <a:ext cx="2174490" cy="1304694"/>
      </dsp:txXfrm>
    </dsp:sp>
    <dsp:sp modelId="{2D36FD64-F546-4B51-BEAC-AE19341199E8}">
      <dsp:nvSpPr>
        <dsp:cNvPr id="0" name=""/>
        <dsp:cNvSpPr/>
      </dsp:nvSpPr>
      <dsp:spPr>
        <a:xfrm>
          <a:off x="582645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Implement password encryption</a:t>
          </a:r>
        </a:p>
      </dsp:txBody>
      <dsp:txXfrm>
        <a:off x="582645" y="3045465"/>
        <a:ext cx="2174490" cy="1304694"/>
      </dsp:txXfrm>
    </dsp:sp>
    <dsp:sp modelId="{1BB7D97D-7FBD-4A0B-A766-EC74F34086FD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 CSRF protection</a:t>
          </a:r>
        </a:p>
      </dsp:txBody>
      <dsp:txXfrm>
        <a:off x="2974584" y="3045465"/>
        <a:ext cx="2174490" cy="1304694"/>
      </dsp:txXfrm>
    </dsp:sp>
    <dsp:sp modelId="{CE883C0D-26F3-498C-B839-4DFC01D9EA2D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Enhance SQL injection prevention</a:t>
          </a:r>
        </a:p>
      </dsp:txBody>
      <dsp:txXfrm>
        <a:off x="5366524" y="3045465"/>
        <a:ext cx="2174490" cy="1304694"/>
      </dsp:txXfrm>
    </dsp:sp>
    <dsp:sp modelId="{0085D9F5-6136-4CBE-834C-A966B85DBB82}">
      <dsp:nvSpPr>
        <dsp:cNvPr id="0" name=""/>
        <dsp:cNvSpPr/>
      </dsp:nvSpPr>
      <dsp:spPr>
        <a:xfrm>
          <a:off x="775846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Implement HTTPS</a:t>
          </a:r>
        </a:p>
      </dsp:txBody>
      <dsp:txXfrm>
        <a:off x="7758464" y="3045465"/>
        <a:ext cx="2174490" cy="130469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10B7FB-3714-4AB3-9DD0-B5A9C7EAFC9F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i="1" kern="1200"/>
            <a:t>(Include screenshots from GitHub README)</a:t>
          </a:r>
          <a:endParaRPr lang="en-US" sz="2300" kern="1200"/>
        </a:p>
      </dsp:txBody>
      <dsp:txXfrm>
        <a:off x="3080" y="587032"/>
        <a:ext cx="2444055" cy="1466433"/>
      </dsp:txXfrm>
    </dsp:sp>
    <dsp:sp modelId="{622A5F64-9757-44E6-986B-16E1AAAD43F0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Home Page</a:t>
          </a:r>
          <a:r>
            <a:rPr lang="en-US" sz="2300" kern="1200"/>
            <a:t> - Main landing page</a:t>
          </a:r>
        </a:p>
      </dsp:txBody>
      <dsp:txXfrm>
        <a:off x="2691541" y="587032"/>
        <a:ext cx="2444055" cy="1466433"/>
      </dsp:txXfrm>
    </dsp:sp>
    <dsp:sp modelId="{F83679A0-7076-48E8-87BC-BBD7DC1FE8F7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Login/Register</a:t>
          </a:r>
          <a:r>
            <a:rPr lang="en-US" sz="2300" kern="1200"/>
            <a:t> - Authentication pages</a:t>
          </a:r>
        </a:p>
      </dsp:txBody>
      <dsp:txXfrm>
        <a:off x="5380002" y="587032"/>
        <a:ext cx="2444055" cy="1466433"/>
      </dsp:txXfrm>
    </dsp:sp>
    <dsp:sp modelId="{0004F5DD-82D3-490E-9024-FC6B86F36D4A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Product Catalog</a:t>
          </a:r>
          <a:r>
            <a:rPr lang="en-US" sz="2300" kern="1200"/>
            <a:t> - Filterable product listings</a:t>
          </a:r>
        </a:p>
      </dsp:txBody>
      <dsp:txXfrm>
        <a:off x="8068463" y="587032"/>
        <a:ext cx="2444055" cy="1466433"/>
      </dsp:txXfrm>
    </dsp:sp>
    <dsp:sp modelId="{04C344A3-E0F4-4518-93F6-DB40FB4E1960}">
      <dsp:nvSpPr>
        <dsp:cNvPr id="0" name=""/>
        <dsp:cNvSpPr/>
      </dsp:nvSpPr>
      <dsp:spPr>
        <a:xfrm>
          <a:off x="3080" y="2297871"/>
          <a:ext cx="2444055" cy="146643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Shopping Cart</a:t>
          </a:r>
          <a:r>
            <a:rPr lang="en-US" sz="2300" kern="1200"/>
            <a:t> - Cart management interface</a:t>
          </a:r>
        </a:p>
      </dsp:txBody>
      <dsp:txXfrm>
        <a:off x="3080" y="2297871"/>
        <a:ext cx="2444055" cy="1466433"/>
      </dsp:txXfrm>
    </dsp:sp>
    <dsp:sp modelId="{9EC2C323-36A9-494A-A6FA-502311AAFA99}">
      <dsp:nvSpPr>
        <dsp:cNvPr id="0" name=""/>
        <dsp:cNvSpPr/>
      </dsp:nvSpPr>
      <dsp:spPr>
        <a:xfrm>
          <a:off x="2691541" y="2297871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Checkout</a:t>
          </a:r>
          <a:r>
            <a:rPr lang="en-US" sz="2300" kern="1200"/>
            <a:t> - Payment simulation page</a:t>
          </a:r>
        </a:p>
      </dsp:txBody>
      <dsp:txXfrm>
        <a:off x="2691541" y="2297871"/>
        <a:ext cx="2444055" cy="1466433"/>
      </dsp:txXfrm>
    </dsp:sp>
    <dsp:sp modelId="{6C047A5E-824A-4B5B-B97C-41AE0857151F}">
      <dsp:nvSpPr>
        <dsp:cNvPr id="0" name=""/>
        <dsp:cNvSpPr/>
      </dsp:nvSpPr>
      <dsp:spPr>
        <a:xfrm>
          <a:off x="5380002" y="2297871"/>
          <a:ext cx="2444055" cy="146643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Admin Dashboard</a:t>
          </a:r>
          <a:r>
            <a:rPr lang="en-US" sz="2300" kern="1200"/>
            <a:t> - Inventory/order management</a:t>
          </a:r>
        </a:p>
      </dsp:txBody>
      <dsp:txXfrm>
        <a:off x="5380002" y="2297871"/>
        <a:ext cx="2444055" cy="1466433"/>
      </dsp:txXfrm>
    </dsp:sp>
    <dsp:sp modelId="{A0802B98-9FFF-411A-81A1-54031E625379}">
      <dsp:nvSpPr>
        <dsp:cNvPr id="0" name=""/>
        <dsp:cNvSpPr/>
      </dsp:nvSpPr>
      <dsp:spPr>
        <a:xfrm>
          <a:off x="8068463" y="2297871"/>
          <a:ext cx="2444055" cy="146643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Order Confirmation Email</a:t>
          </a:r>
          <a:r>
            <a:rPr lang="en-US" sz="2300" kern="1200"/>
            <a:t> - Sample email template</a:t>
          </a:r>
        </a:p>
      </dsp:txBody>
      <dsp:txXfrm>
        <a:off x="8068463" y="2297871"/>
        <a:ext cx="2444055" cy="146643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6215F6-EAA7-426C-972F-C9FF0C3FC130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D80FD-0E23-47C3-8AC2-2B602FB787C5}">
      <dsp:nvSpPr>
        <dsp:cNvPr id="0" name=""/>
        <dsp:cNvSpPr/>
      </dsp:nvSpPr>
      <dsp:spPr>
        <a:xfrm>
          <a:off x="0" y="212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Technical Skills Developed</a:t>
          </a:r>
          <a:endParaRPr lang="en-US" sz="1800" kern="1200"/>
        </a:p>
      </dsp:txBody>
      <dsp:txXfrm>
        <a:off x="0" y="2124"/>
        <a:ext cx="10515600" cy="395189"/>
      </dsp:txXfrm>
    </dsp:sp>
    <dsp:sp modelId="{35FF3990-18BB-4731-874E-12319BED59DE}">
      <dsp:nvSpPr>
        <dsp:cNvPr id="0" name=""/>
        <dsp:cNvSpPr/>
      </dsp:nvSpPr>
      <dsp:spPr>
        <a:xfrm>
          <a:off x="0" y="397314"/>
          <a:ext cx="10515600" cy="0"/>
        </a:xfrm>
        <a:prstGeom prst="line">
          <a:avLst/>
        </a:prstGeom>
        <a:solidFill>
          <a:schemeClr val="accent2">
            <a:hueOff val="644361"/>
            <a:satOff val="-1849"/>
            <a:lumOff val="-2961"/>
            <a:alphaOff val="0"/>
          </a:schemeClr>
        </a:solidFill>
        <a:ln w="19050" cap="flat" cmpd="sng" algn="ctr">
          <a:solidFill>
            <a:schemeClr val="accent2">
              <a:hueOff val="644361"/>
              <a:satOff val="-1849"/>
              <a:lumOff val="-2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CBC97-890C-47A3-ADC9-371738CE6E09}">
      <dsp:nvSpPr>
        <dsp:cNvPr id="0" name=""/>
        <dsp:cNvSpPr/>
      </dsp:nvSpPr>
      <dsp:spPr>
        <a:xfrm>
          <a:off x="0" y="39731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Java Web Development</a:t>
          </a:r>
          <a:r>
            <a:rPr lang="en-US" sz="1800" kern="1200"/>
            <a:t> - Servlets, JSP, JDBC</a:t>
          </a:r>
        </a:p>
      </dsp:txBody>
      <dsp:txXfrm>
        <a:off x="0" y="397314"/>
        <a:ext cx="10515600" cy="395189"/>
      </dsp:txXfrm>
    </dsp:sp>
    <dsp:sp modelId="{B9C9E130-3450-433A-A378-8B6D1E31E124}">
      <dsp:nvSpPr>
        <dsp:cNvPr id="0" name=""/>
        <dsp:cNvSpPr/>
      </dsp:nvSpPr>
      <dsp:spPr>
        <a:xfrm>
          <a:off x="0" y="792504"/>
          <a:ext cx="10515600" cy="0"/>
        </a:xfrm>
        <a:prstGeom prst="lin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0B00C-A8DB-4FD4-A189-09D83A5F65A9}">
      <dsp:nvSpPr>
        <dsp:cNvPr id="0" name=""/>
        <dsp:cNvSpPr/>
      </dsp:nvSpPr>
      <dsp:spPr>
        <a:xfrm>
          <a:off x="0" y="79250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Full-Stack Integration</a:t>
          </a:r>
          <a:r>
            <a:rPr lang="en-US" sz="1800" kern="1200"/>
            <a:t> - Front-end to database connectivity</a:t>
          </a:r>
        </a:p>
      </dsp:txBody>
      <dsp:txXfrm>
        <a:off x="0" y="792504"/>
        <a:ext cx="10515600" cy="395189"/>
      </dsp:txXfrm>
    </dsp:sp>
    <dsp:sp modelId="{76D59CAF-6955-4852-B2C8-8160EFDE309B}">
      <dsp:nvSpPr>
        <dsp:cNvPr id="0" name=""/>
        <dsp:cNvSpPr/>
      </dsp:nvSpPr>
      <dsp:spPr>
        <a:xfrm>
          <a:off x="0" y="1187694"/>
          <a:ext cx="10515600" cy="0"/>
        </a:xfrm>
        <a:prstGeom prst="line">
          <a:avLst/>
        </a:prstGeom>
        <a:solidFill>
          <a:schemeClr val="accent2">
            <a:hueOff val="1933084"/>
            <a:satOff val="-5548"/>
            <a:lumOff val="-8883"/>
            <a:alphaOff val="0"/>
          </a:schemeClr>
        </a:solidFill>
        <a:ln w="19050" cap="flat" cmpd="sng" algn="ctr">
          <a:solidFill>
            <a:schemeClr val="accent2">
              <a:hueOff val="1933084"/>
              <a:satOff val="-5548"/>
              <a:lumOff val="-8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8ED2B-C162-4475-901B-87998FC2F6D7}">
      <dsp:nvSpPr>
        <dsp:cNvPr id="0" name=""/>
        <dsp:cNvSpPr/>
      </dsp:nvSpPr>
      <dsp:spPr>
        <a:xfrm>
          <a:off x="0" y="118769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Database Design</a:t>
          </a:r>
          <a:r>
            <a:rPr lang="en-US" sz="1800" kern="1200"/>
            <a:t> - MySQL schema creation and management</a:t>
          </a:r>
        </a:p>
      </dsp:txBody>
      <dsp:txXfrm>
        <a:off x="0" y="1187694"/>
        <a:ext cx="10515600" cy="395189"/>
      </dsp:txXfrm>
    </dsp:sp>
    <dsp:sp modelId="{462C0B1B-48A6-44D8-BF26-384AC27ABEB4}">
      <dsp:nvSpPr>
        <dsp:cNvPr id="0" name=""/>
        <dsp:cNvSpPr/>
      </dsp:nvSpPr>
      <dsp:spPr>
        <a:xfrm>
          <a:off x="0" y="1582884"/>
          <a:ext cx="10515600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38561-B18D-46F9-9D0C-AB9E361152CF}">
      <dsp:nvSpPr>
        <dsp:cNvPr id="0" name=""/>
        <dsp:cNvSpPr/>
      </dsp:nvSpPr>
      <dsp:spPr>
        <a:xfrm>
          <a:off x="0" y="158288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Project Configuration</a:t>
          </a:r>
          <a:r>
            <a:rPr lang="en-US" sz="1800" kern="1200"/>
            <a:t> - Maven, Tomcat, Eclipse setup</a:t>
          </a:r>
        </a:p>
      </dsp:txBody>
      <dsp:txXfrm>
        <a:off x="0" y="1582884"/>
        <a:ext cx="10515600" cy="395189"/>
      </dsp:txXfrm>
    </dsp:sp>
    <dsp:sp modelId="{E4941531-87BA-4358-80D9-B12FE5627EAA}">
      <dsp:nvSpPr>
        <dsp:cNvPr id="0" name=""/>
        <dsp:cNvSpPr/>
      </dsp:nvSpPr>
      <dsp:spPr>
        <a:xfrm>
          <a:off x="0" y="1978074"/>
          <a:ext cx="10515600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3691E-F013-47D8-8954-D62EA5E5E9C4}">
      <dsp:nvSpPr>
        <dsp:cNvPr id="0" name=""/>
        <dsp:cNvSpPr/>
      </dsp:nvSpPr>
      <dsp:spPr>
        <a:xfrm>
          <a:off x="0" y="197807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Email Integration</a:t>
          </a:r>
          <a:r>
            <a:rPr lang="en-US" sz="1800" kern="1200"/>
            <a:t> - SMTP with Gmail</a:t>
          </a:r>
        </a:p>
      </dsp:txBody>
      <dsp:txXfrm>
        <a:off x="0" y="1978074"/>
        <a:ext cx="10515600" cy="395189"/>
      </dsp:txXfrm>
    </dsp:sp>
    <dsp:sp modelId="{4C9E0542-AB41-4C47-A4CA-72E726FDACCA}">
      <dsp:nvSpPr>
        <dsp:cNvPr id="0" name=""/>
        <dsp:cNvSpPr/>
      </dsp:nvSpPr>
      <dsp:spPr>
        <a:xfrm>
          <a:off x="0" y="2373263"/>
          <a:ext cx="10515600" cy="0"/>
        </a:xfrm>
        <a:prstGeom prst="lin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F6E90-092B-40F1-BC28-2BF606C65B00}">
      <dsp:nvSpPr>
        <dsp:cNvPr id="0" name=""/>
        <dsp:cNvSpPr/>
      </dsp:nvSpPr>
      <dsp:spPr>
        <a:xfrm>
          <a:off x="0" y="237326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Software Engineering Practices</a:t>
          </a:r>
          <a:endParaRPr lang="en-US" sz="1800" kern="1200"/>
        </a:p>
      </dsp:txBody>
      <dsp:txXfrm>
        <a:off x="0" y="2373263"/>
        <a:ext cx="10515600" cy="395189"/>
      </dsp:txXfrm>
    </dsp:sp>
    <dsp:sp modelId="{EB2D5F26-7597-4770-BACA-2A5C4D86A6F5}">
      <dsp:nvSpPr>
        <dsp:cNvPr id="0" name=""/>
        <dsp:cNvSpPr/>
      </dsp:nvSpPr>
      <dsp:spPr>
        <a:xfrm>
          <a:off x="0" y="2768453"/>
          <a:ext cx="10515600" cy="0"/>
        </a:xfrm>
        <a:prstGeom prst="line">
          <a:avLst/>
        </a:prstGeom>
        <a:solidFill>
          <a:schemeClr val="accent2">
            <a:hueOff val="4510529"/>
            <a:satOff val="-12945"/>
            <a:lumOff val="-20726"/>
            <a:alphaOff val="0"/>
          </a:schemeClr>
        </a:solidFill>
        <a:ln w="19050" cap="flat" cmpd="sng" algn="ctr">
          <a:solidFill>
            <a:schemeClr val="accent2">
              <a:hueOff val="4510529"/>
              <a:satOff val="-12945"/>
              <a:lumOff val="-20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A4F57-0DAF-4356-A531-68E0C1886700}">
      <dsp:nvSpPr>
        <dsp:cNvPr id="0" name=""/>
        <dsp:cNvSpPr/>
      </dsp:nvSpPr>
      <dsp:spPr>
        <a:xfrm>
          <a:off x="0" y="276845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Version control with Git</a:t>
          </a:r>
        </a:p>
      </dsp:txBody>
      <dsp:txXfrm>
        <a:off x="0" y="2768453"/>
        <a:ext cx="10515600" cy="395189"/>
      </dsp:txXfrm>
    </dsp:sp>
    <dsp:sp modelId="{4E46818A-F58E-4F18-8721-718A2DF17F94}">
      <dsp:nvSpPr>
        <dsp:cNvPr id="0" name=""/>
        <dsp:cNvSpPr/>
      </dsp:nvSpPr>
      <dsp:spPr>
        <a:xfrm>
          <a:off x="0" y="3163643"/>
          <a:ext cx="10515600" cy="0"/>
        </a:xfrm>
        <a:prstGeom prst="lin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27907-0C47-4DDA-A7D8-E8B15D6F3755}">
      <dsp:nvSpPr>
        <dsp:cNvPr id="0" name=""/>
        <dsp:cNvSpPr/>
      </dsp:nvSpPr>
      <dsp:spPr>
        <a:xfrm>
          <a:off x="0" y="316364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Project documentation</a:t>
          </a:r>
        </a:p>
      </dsp:txBody>
      <dsp:txXfrm>
        <a:off x="0" y="3163643"/>
        <a:ext cx="10515600" cy="395189"/>
      </dsp:txXfrm>
    </dsp:sp>
    <dsp:sp modelId="{C17761E7-37FA-48C4-A875-44C8895876A9}">
      <dsp:nvSpPr>
        <dsp:cNvPr id="0" name=""/>
        <dsp:cNvSpPr/>
      </dsp:nvSpPr>
      <dsp:spPr>
        <a:xfrm>
          <a:off x="0" y="3558833"/>
          <a:ext cx="10515600" cy="0"/>
        </a:xfrm>
        <a:prstGeom prst="line">
          <a:avLst/>
        </a:prstGeom>
        <a:solidFill>
          <a:schemeClr val="accent2">
            <a:hueOff val="5799252"/>
            <a:satOff val="-16644"/>
            <a:lumOff val="-26648"/>
            <a:alphaOff val="0"/>
          </a:schemeClr>
        </a:solidFill>
        <a:ln w="19050" cap="flat" cmpd="sng" algn="ctr">
          <a:solidFill>
            <a:schemeClr val="accent2">
              <a:hueOff val="5799252"/>
              <a:satOff val="-16644"/>
              <a:lumOff val="-266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C0D13-FB1C-4835-9619-37E4E696F733}">
      <dsp:nvSpPr>
        <dsp:cNvPr id="0" name=""/>
        <dsp:cNvSpPr/>
      </dsp:nvSpPr>
      <dsp:spPr>
        <a:xfrm>
          <a:off x="0" y="355883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Code organization and modularity</a:t>
          </a:r>
        </a:p>
      </dsp:txBody>
      <dsp:txXfrm>
        <a:off x="0" y="3558833"/>
        <a:ext cx="10515600" cy="395189"/>
      </dsp:txXfrm>
    </dsp:sp>
    <dsp:sp modelId="{5685BDE1-5A45-44CD-9EF1-6FC7764A1294}">
      <dsp:nvSpPr>
        <dsp:cNvPr id="0" name=""/>
        <dsp:cNvSpPr/>
      </dsp:nvSpPr>
      <dsp:spPr>
        <a:xfrm>
          <a:off x="0" y="3954023"/>
          <a:ext cx="1051560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A71F3-1BAD-4543-B0FE-EFB90F5D7C21}">
      <dsp:nvSpPr>
        <dsp:cNvPr id="0" name=""/>
        <dsp:cNvSpPr/>
      </dsp:nvSpPr>
      <dsp:spPr>
        <a:xfrm>
          <a:off x="0" y="395402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Error handling and debugging</a:t>
          </a:r>
        </a:p>
      </dsp:txBody>
      <dsp:txXfrm>
        <a:off x="0" y="3954023"/>
        <a:ext cx="10515600" cy="39518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7AD8B2-81EA-4774-AC36-506727EDE424}">
      <dsp:nvSpPr>
        <dsp:cNvPr id="0" name=""/>
        <dsp:cNvSpPr/>
      </dsp:nvSpPr>
      <dsp:spPr>
        <a:xfrm>
          <a:off x="3594" y="229666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Priority Improvements</a:t>
          </a:r>
          <a:endParaRPr lang="en-US" sz="1800" kern="1200"/>
        </a:p>
      </dsp:txBody>
      <dsp:txXfrm>
        <a:off x="3594" y="229666"/>
        <a:ext cx="1946002" cy="1167601"/>
      </dsp:txXfrm>
    </dsp:sp>
    <dsp:sp modelId="{1E3F371D-264F-48DD-9D1E-72648D72936B}">
      <dsp:nvSpPr>
        <dsp:cNvPr id="0" name=""/>
        <dsp:cNvSpPr/>
      </dsp:nvSpPr>
      <dsp:spPr>
        <a:xfrm>
          <a:off x="2144196" y="229666"/>
          <a:ext cx="1946002" cy="116760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Payment Integration</a:t>
          </a:r>
          <a:r>
            <a:rPr lang="en-US" sz="1800" kern="1200"/>
            <a:t> - Real payment gateway (Stripe, PayPal)</a:t>
          </a:r>
        </a:p>
      </dsp:txBody>
      <dsp:txXfrm>
        <a:off x="2144196" y="229666"/>
        <a:ext cx="1946002" cy="1167601"/>
      </dsp:txXfrm>
    </dsp:sp>
    <dsp:sp modelId="{99865229-7720-4AF5-B17D-A2E1DEF1F2A3}">
      <dsp:nvSpPr>
        <dsp:cNvPr id="0" name=""/>
        <dsp:cNvSpPr/>
      </dsp:nvSpPr>
      <dsp:spPr>
        <a:xfrm>
          <a:off x="4284798" y="229666"/>
          <a:ext cx="1946002" cy="11676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Enhanced Security</a:t>
          </a:r>
          <a:r>
            <a:rPr lang="en-US" sz="1800" kern="1200"/>
            <a:t> - Spring Security implementation</a:t>
          </a:r>
        </a:p>
      </dsp:txBody>
      <dsp:txXfrm>
        <a:off x="4284798" y="229666"/>
        <a:ext cx="1946002" cy="1167601"/>
      </dsp:txXfrm>
    </dsp:sp>
    <dsp:sp modelId="{40AE16BC-F5B3-4EA6-A8D3-3731DEFDD608}">
      <dsp:nvSpPr>
        <dsp:cNvPr id="0" name=""/>
        <dsp:cNvSpPr/>
      </dsp:nvSpPr>
      <dsp:spPr>
        <a:xfrm>
          <a:off x="6425401" y="229666"/>
          <a:ext cx="1946002" cy="11676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Responsive Design</a:t>
          </a:r>
          <a:r>
            <a:rPr lang="en-US" sz="1800" kern="1200"/>
            <a:t> - Mobile-first approach</a:t>
          </a:r>
        </a:p>
      </dsp:txBody>
      <dsp:txXfrm>
        <a:off x="6425401" y="229666"/>
        <a:ext cx="1946002" cy="1167601"/>
      </dsp:txXfrm>
    </dsp:sp>
    <dsp:sp modelId="{9D207709-6D46-49CF-98BF-150CD8205E32}">
      <dsp:nvSpPr>
        <dsp:cNvPr id="0" name=""/>
        <dsp:cNvSpPr/>
      </dsp:nvSpPr>
      <dsp:spPr>
        <a:xfrm>
          <a:off x="8566003" y="229666"/>
          <a:ext cx="1946002" cy="116760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Product Reviews &amp; Ratings</a:t>
          </a:r>
          <a:r>
            <a:rPr lang="en-US" sz="1800" kern="1200"/>
            <a:t> - User feedback system</a:t>
          </a:r>
        </a:p>
      </dsp:txBody>
      <dsp:txXfrm>
        <a:off x="8566003" y="229666"/>
        <a:ext cx="1946002" cy="1167601"/>
      </dsp:txXfrm>
    </dsp:sp>
    <dsp:sp modelId="{A5A0DA79-B685-4EAD-8AAD-78D24A1B5DDA}">
      <dsp:nvSpPr>
        <dsp:cNvPr id="0" name=""/>
        <dsp:cNvSpPr/>
      </dsp:nvSpPr>
      <dsp:spPr>
        <a:xfrm>
          <a:off x="3594" y="1591868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Wishlist Functionality</a:t>
          </a:r>
          <a:r>
            <a:rPr lang="en-US" sz="1800" kern="1200"/>
            <a:t> - Save for later feature</a:t>
          </a:r>
        </a:p>
      </dsp:txBody>
      <dsp:txXfrm>
        <a:off x="3594" y="1591868"/>
        <a:ext cx="1946002" cy="1167601"/>
      </dsp:txXfrm>
    </dsp:sp>
    <dsp:sp modelId="{8243FE63-54B0-45C8-A777-A69F04956401}">
      <dsp:nvSpPr>
        <dsp:cNvPr id="0" name=""/>
        <dsp:cNvSpPr/>
      </dsp:nvSpPr>
      <dsp:spPr>
        <a:xfrm>
          <a:off x="2144196" y="1591868"/>
          <a:ext cx="1946002" cy="116760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Advanced Search</a:t>
          </a:r>
          <a:r>
            <a:rPr lang="en-US" sz="1800" kern="1200"/>
            <a:t> - Elasticsearch integration</a:t>
          </a:r>
        </a:p>
      </dsp:txBody>
      <dsp:txXfrm>
        <a:off x="2144196" y="1591868"/>
        <a:ext cx="1946002" cy="1167601"/>
      </dsp:txXfrm>
    </dsp:sp>
    <dsp:sp modelId="{43D97ADA-8145-4CB2-8C7C-9A0E127AB00B}">
      <dsp:nvSpPr>
        <dsp:cNvPr id="0" name=""/>
        <dsp:cNvSpPr/>
      </dsp:nvSpPr>
      <dsp:spPr>
        <a:xfrm>
          <a:off x="4284798" y="1591868"/>
          <a:ext cx="1946002" cy="11676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REST API</a:t>
          </a:r>
          <a:r>
            <a:rPr lang="en-US" sz="1800" kern="1200"/>
            <a:t> - For mobile app development</a:t>
          </a:r>
        </a:p>
      </dsp:txBody>
      <dsp:txXfrm>
        <a:off x="4284798" y="1591868"/>
        <a:ext cx="1946002" cy="1167601"/>
      </dsp:txXfrm>
    </dsp:sp>
    <dsp:sp modelId="{9D48651F-CC98-4308-9881-8B15AD0737AB}">
      <dsp:nvSpPr>
        <dsp:cNvPr id="0" name=""/>
        <dsp:cNvSpPr/>
      </dsp:nvSpPr>
      <dsp:spPr>
        <a:xfrm>
          <a:off x="6425401" y="1591868"/>
          <a:ext cx="1946002" cy="11676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Scalability Features</a:t>
          </a:r>
          <a:endParaRPr lang="en-US" sz="1800" kern="1200"/>
        </a:p>
      </dsp:txBody>
      <dsp:txXfrm>
        <a:off x="6425401" y="1591868"/>
        <a:ext cx="1946002" cy="1167601"/>
      </dsp:txXfrm>
    </dsp:sp>
    <dsp:sp modelId="{E6502E74-3996-41AF-A3E7-64565DDF85D9}">
      <dsp:nvSpPr>
        <dsp:cNvPr id="0" name=""/>
        <dsp:cNvSpPr/>
      </dsp:nvSpPr>
      <dsp:spPr>
        <a:xfrm>
          <a:off x="8566003" y="1591868"/>
          <a:ext cx="1946002" cy="116760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 caching (Redis)</a:t>
          </a:r>
        </a:p>
      </dsp:txBody>
      <dsp:txXfrm>
        <a:off x="8566003" y="1591868"/>
        <a:ext cx="1946002" cy="1167601"/>
      </dsp:txXfrm>
    </dsp:sp>
    <dsp:sp modelId="{139768F2-7B6E-4514-B46A-7C7BAFEFBA4C}">
      <dsp:nvSpPr>
        <dsp:cNvPr id="0" name=""/>
        <dsp:cNvSpPr/>
      </dsp:nvSpPr>
      <dsp:spPr>
        <a:xfrm>
          <a:off x="2144196" y="2954069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 load balancing</a:t>
          </a:r>
        </a:p>
      </dsp:txBody>
      <dsp:txXfrm>
        <a:off x="2144196" y="2954069"/>
        <a:ext cx="1946002" cy="1167601"/>
      </dsp:txXfrm>
    </dsp:sp>
    <dsp:sp modelId="{EA3D359A-470F-4A50-9FC0-869FCE769EF7}">
      <dsp:nvSpPr>
        <dsp:cNvPr id="0" name=""/>
        <dsp:cNvSpPr/>
      </dsp:nvSpPr>
      <dsp:spPr>
        <a:xfrm>
          <a:off x="4284798" y="2954069"/>
          <a:ext cx="1946002" cy="116760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Database optimization</a:t>
          </a:r>
        </a:p>
      </dsp:txBody>
      <dsp:txXfrm>
        <a:off x="4284798" y="2954069"/>
        <a:ext cx="1946002" cy="1167601"/>
      </dsp:txXfrm>
    </dsp:sp>
    <dsp:sp modelId="{6A2B1FCA-CCE0-49AF-9ED8-D723E0F1F13F}">
      <dsp:nvSpPr>
        <dsp:cNvPr id="0" name=""/>
        <dsp:cNvSpPr/>
      </dsp:nvSpPr>
      <dsp:spPr>
        <a:xfrm>
          <a:off x="6425401" y="2954069"/>
          <a:ext cx="1946002" cy="11676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Microservices architecture</a:t>
          </a:r>
        </a:p>
      </dsp:txBody>
      <dsp:txXfrm>
        <a:off x="6425401" y="2954069"/>
        <a:ext cx="1946002" cy="116760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1C486-4C78-4702-B902-D838968E3A83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21C979-5C90-4F08-ADAA-3761DBC9D66E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0CD05-7E81-4414-8073-2F00C2FEA68B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For Testing/Demo Purposes</a:t>
          </a:r>
          <a:endParaRPr lang="en-US" sz="1200" kern="1200"/>
        </a:p>
      </dsp:txBody>
      <dsp:txXfrm>
        <a:off x="1342800" y="3255669"/>
        <a:ext cx="3600000" cy="720000"/>
      </dsp:txXfrm>
    </dsp:sp>
    <dsp:sp modelId="{966FCDE5-FD6E-4793-860B-279E5DB273D2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CFC5E3-F280-4C3A-9DF9-65071DDF807D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800BB7-6314-40FD-B40F-81D67AEF8AA0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ADMIN ACCESS:Email: admin@gmail.comPassword: adminUSER ACCESS:Email: guest@gmail.comPassword: guest</a:t>
          </a:r>
        </a:p>
      </dsp:txBody>
      <dsp:txXfrm>
        <a:off x="5572800" y="3255669"/>
        <a:ext cx="36000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7B991-1C8C-4780-A29F-BC71CC3C162B}">
      <dsp:nvSpPr>
        <dsp:cNvPr id="0" name=""/>
        <dsp:cNvSpPr/>
      </dsp:nvSpPr>
      <dsp:spPr>
        <a:xfrm>
          <a:off x="3594" y="229666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Problem: Database Connection Error</a:t>
          </a:r>
          <a:endParaRPr lang="en-US" sz="1500" kern="1200"/>
        </a:p>
      </dsp:txBody>
      <dsp:txXfrm>
        <a:off x="3594" y="229666"/>
        <a:ext cx="1946002" cy="1167601"/>
      </dsp:txXfrm>
    </dsp:sp>
    <dsp:sp modelId="{2BD3DA14-6697-4DFD-A0CD-D7FDDBED5FDC}">
      <dsp:nvSpPr>
        <dsp:cNvPr id="0" name=""/>
        <dsp:cNvSpPr/>
      </dsp:nvSpPr>
      <dsp:spPr>
        <a:xfrm>
          <a:off x="2144196" y="229666"/>
          <a:ext cx="1946002" cy="116760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Solution</a:t>
          </a:r>
          <a:r>
            <a:rPr lang="en-US" sz="1500" kern="1200"/>
            <a:t>: Verify MySQL credentials in application.properties</a:t>
          </a:r>
        </a:p>
      </dsp:txBody>
      <dsp:txXfrm>
        <a:off x="2144196" y="229666"/>
        <a:ext cx="1946002" cy="1167601"/>
      </dsp:txXfrm>
    </dsp:sp>
    <dsp:sp modelId="{11791EC3-64A6-41BF-B72D-EC2DE14320D9}">
      <dsp:nvSpPr>
        <dsp:cNvPr id="0" name=""/>
        <dsp:cNvSpPr/>
      </dsp:nvSpPr>
      <dsp:spPr>
        <a:xfrm>
          <a:off x="4284798" y="229666"/>
          <a:ext cx="1946002" cy="11676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Problem: Email Not Sending</a:t>
          </a:r>
          <a:endParaRPr lang="en-US" sz="1500" kern="1200"/>
        </a:p>
      </dsp:txBody>
      <dsp:txXfrm>
        <a:off x="4284798" y="229666"/>
        <a:ext cx="1946002" cy="1167601"/>
      </dsp:txXfrm>
    </dsp:sp>
    <dsp:sp modelId="{5349ED84-AFDC-4887-B3C9-1EEB794A2832}">
      <dsp:nvSpPr>
        <dsp:cNvPr id="0" name=""/>
        <dsp:cNvSpPr/>
      </dsp:nvSpPr>
      <dsp:spPr>
        <a:xfrm>
          <a:off x="6425401" y="229666"/>
          <a:ext cx="1946002" cy="11676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Solution</a:t>
          </a:r>
          <a:r>
            <a:rPr lang="en-US" sz="1500" kern="1200"/>
            <a:t>:</a:t>
          </a:r>
        </a:p>
      </dsp:txBody>
      <dsp:txXfrm>
        <a:off x="6425401" y="229666"/>
        <a:ext cx="1946002" cy="1167601"/>
      </dsp:txXfrm>
    </dsp:sp>
    <dsp:sp modelId="{D38ADCA1-3639-4A21-B2FF-0AFD6A30C474}">
      <dsp:nvSpPr>
        <dsp:cNvPr id="0" name=""/>
        <dsp:cNvSpPr/>
      </dsp:nvSpPr>
      <dsp:spPr>
        <a:xfrm>
          <a:off x="8566003" y="229666"/>
          <a:ext cx="1946002" cy="116760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Enable 2-step verification on Gmail</a:t>
          </a:r>
        </a:p>
      </dsp:txBody>
      <dsp:txXfrm>
        <a:off x="8566003" y="229666"/>
        <a:ext cx="1946002" cy="1167601"/>
      </dsp:txXfrm>
    </dsp:sp>
    <dsp:sp modelId="{DF47CFAA-723A-4643-B323-F3179BD21D6F}">
      <dsp:nvSpPr>
        <dsp:cNvPr id="0" name=""/>
        <dsp:cNvSpPr/>
      </dsp:nvSpPr>
      <dsp:spPr>
        <a:xfrm>
          <a:off x="3594" y="1591868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Generate app password correctly</a:t>
          </a:r>
        </a:p>
      </dsp:txBody>
      <dsp:txXfrm>
        <a:off x="3594" y="1591868"/>
        <a:ext cx="1946002" cy="1167601"/>
      </dsp:txXfrm>
    </dsp:sp>
    <dsp:sp modelId="{E8006609-248B-467A-BFCE-3210867B4819}">
      <dsp:nvSpPr>
        <dsp:cNvPr id="0" name=""/>
        <dsp:cNvSpPr/>
      </dsp:nvSpPr>
      <dsp:spPr>
        <a:xfrm>
          <a:off x="2144196" y="1591868"/>
          <a:ext cx="1946002" cy="116760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Update mailer.email and mailer.password</a:t>
          </a:r>
        </a:p>
      </dsp:txBody>
      <dsp:txXfrm>
        <a:off x="2144196" y="1591868"/>
        <a:ext cx="1946002" cy="1167601"/>
      </dsp:txXfrm>
    </dsp:sp>
    <dsp:sp modelId="{0DDAB7CC-5657-4895-BB62-66A454474042}">
      <dsp:nvSpPr>
        <dsp:cNvPr id="0" name=""/>
        <dsp:cNvSpPr/>
      </dsp:nvSpPr>
      <dsp:spPr>
        <a:xfrm>
          <a:off x="4284798" y="1591868"/>
          <a:ext cx="1946002" cy="11676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Problem: Port Already in Use</a:t>
          </a:r>
          <a:endParaRPr lang="en-US" sz="1500" kern="1200"/>
        </a:p>
      </dsp:txBody>
      <dsp:txXfrm>
        <a:off x="4284798" y="1591868"/>
        <a:ext cx="1946002" cy="1167601"/>
      </dsp:txXfrm>
    </dsp:sp>
    <dsp:sp modelId="{7A175FC4-FAFD-420A-ABFD-814D470D1951}">
      <dsp:nvSpPr>
        <dsp:cNvPr id="0" name=""/>
        <dsp:cNvSpPr/>
      </dsp:nvSpPr>
      <dsp:spPr>
        <a:xfrm>
          <a:off x="6425401" y="1591868"/>
          <a:ext cx="1946002" cy="11676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Solution</a:t>
          </a:r>
          <a:r>
            <a:rPr lang="en-US" sz="1500" kern="1200"/>
            <a:t>: Change Tomcat port to 8083 in server configuration</a:t>
          </a:r>
        </a:p>
      </dsp:txBody>
      <dsp:txXfrm>
        <a:off x="6425401" y="1591868"/>
        <a:ext cx="1946002" cy="1167601"/>
      </dsp:txXfrm>
    </dsp:sp>
    <dsp:sp modelId="{35D09C2E-8F93-4FD8-AA2F-35544D1EC857}">
      <dsp:nvSpPr>
        <dsp:cNvPr id="0" name=""/>
        <dsp:cNvSpPr/>
      </dsp:nvSpPr>
      <dsp:spPr>
        <a:xfrm>
          <a:off x="8566003" y="1591868"/>
          <a:ext cx="1946002" cy="116760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Problem: Maven Dependencies Error</a:t>
          </a:r>
          <a:endParaRPr lang="en-US" sz="1500" kern="1200"/>
        </a:p>
      </dsp:txBody>
      <dsp:txXfrm>
        <a:off x="8566003" y="1591868"/>
        <a:ext cx="1946002" cy="1167601"/>
      </dsp:txXfrm>
    </dsp:sp>
    <dsp:sp modelId="{5539644B-1243-4D4A-8EC4-79CCBBADC571}">
      <dsp:nvSpPr>
        <dsp:cNvPr id="0" name=""/>
        <dsp:cNvSpPr/>
      </dsp:nvSpPr>
      <dsp:spPr>
        <a:xfrm>
          <a:off x="1073895" y="2954069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Solution</a:t>
          </a:r>
          <a:r>
            <a:rPr lang="en-US" sz="1500" kern="1200"/>
            <a:t>:</a:t>
          </a:r>
        </a:p>
      </dsp:txBody>
      <dsp:txXfrm>
        <a:off x="1073895" y="2954069"/>
        <a:ext cx="1946002" cy="1167601"/>
      </dsp:txXfrm>
    </dsp:sp>
    <dsp:sp modelId="{E1C7308F-309B-4F5E-87DA-17A3E9DAA928}">
      <dsp:nvSpPr>
        <dsp:cNvPr id="0" name=""/>
        <dsp:cNvSpPr/>
      </dsp:nvSpPr>
      <dsp:spPr>
        <a:xfrm>
          <a:off x="3214497" y="2954069"/>
          <a:ext cx="1946002" cy="116760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Right-click project → Maven → Update Project</a:t>
          </a:r>
        </a:p>
      </dsp:txBody>
      <dsp:txXfrm>
        <a:off x="3214497" y="2954069"/>
        <a:ext cx="1946002" cy="1167601"/>
      </dsp:txXfrm>
    </dsp:sp>
    <dsp:sp modelId="{178CE24C-7438-4601-8A7E-F1F87E03DB7E}">
      <dsp:nvSpPr>
        <dsp:cNvPr id="0" name=""/>
        <dsp:cNvSpPr/>
      </dsp:nvSpPr>
      <dsp:spPr>
        <a:xfrm>
          <a:off x="5355100" y="2954069"/>
          <a:ext cx="1946002" cy="11676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Force update snapshots/releases</a:t>
          </a:r>
        </a:p>
      </dsp:txBody>
      <dsp:txXfrm>
        <a:off x="5355100" y="2954069"/>
        <a:ext cx="1946002" cy="1167601"/>
      </dsp:txXfrm>
    </dsp:sp>
    <dsp:sp modelId="{18E638C9-F10B-4C2C-A376-F0B7BE3C2127}">
      <dsp:nvSpPr>
        <dsp:cNvPr id="0" name=""/>
        <dsp:cNvSpPr/>
      </dsp:nvSpPr>
      <dsp:spPr>
        <a:xfrm>
          <a:off x="7495702" y="2954069"/>
          <a:ext cx="1946002" cy="11676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Run mvn clean install</a:t>
          </a:r>
        </a:p>
      </dsp:txBody>
      <dsp:txXfrm>
        <a:off x="7495702" y="2954069"/>
        <a:ext cx="1946002" cy="116760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B1E08-55FE-4868-9EC4-76C5ADC1F7C8}">
      <dsp:nvSpPr>
        <dsp:cNvPr id="0" name=""/>
        <dsp:cNvSpPr/>
      </dsp:nvSpPr>
      <dsp:spPr>
        <a:xfrm>
          <a:off x="0" y="98986"/>
          <a:ext cx="6002110" cy="3194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Educational Value</a:t>
          </a:r>
          <a:endParaRPr lang="en-US" sz="1300" kern="1200"/>
        </a:p>
      </dsp:txBody>
      <dsp:txXfrm>
        <a:off x="15592" y="114578"/>
        <a:ext cx="5970926" cy="288226"/>
      </dsp:txXfrm>
    </dsp:sp>
    <dsp:sp modelId="{25B3A1CD-F55D-4021-9832-629053C98845}">
      <dsp:nvSpPr>
        <dsp:cNvPr id="0" name=""/>
        <dsp:cNvSpPr/>
      </dsp:nvSpPr>
      <dsp:spPr>
        <a:xfrm>
          <a:off x="0" y="455836"/>
          <a:ext cx="6002110" cy="319410"/>
        </a:xfrm>
        <a:prstGeom prst="roundRect">
          <a:avLst/>
        </a:prstGeom>
        <a:solidFill>
          <a:schemeClr val="accent5">
            <a:hueOff val="-1350239"/>
            <a:satOff val="-92"/>
            <a:lumOff val="2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Comprehensive Java web application example</a:t>
          </a:r>
        </a:p>
      </dsp:txBody>
      <dsp:txXfrm>
        <a:off x="15592" y="471428"/>
        <a:ext cx="5970926" cy="288226"/>
      </dsp:txXfrm>
    </dsp:sp>
    <dsp:sp modelId="{D507BEDA-DB98-4CB3-9C25-100E8B6F1702}">
      <dsp:nvSpPr>
        <dsp:cNvPr id="0" name=""/>
        <dsp:cNvSpPr/>
      </dsp:nvSpPr>
      <dsp:spPr>
        <a:xfrm>
          <a:off x="0" y="812686"/>
          <a:ext cx="6002110" cy="319410"/>
        </a:xfrm>
        <a:prstGeom prst="roundRect">
          <a:avLst/>
        </a:prstGeom>
        <a:solidFill>
          <a:schemeClr val="accent5">
            <a:hueOff val="-2700478"/>
            <a:satOff val="-184"/>
            <a:lumOff val="43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Real-world e-commerce functionality</a:t>
          </a:r>
        </a:p>
      </dsp:txBody>
      <dsp:txXfrm>
        <a:off x="15592" y="828278"/>
        <a:ext cx="5970926" cy="288226"/>
      </dsp:txXfrm>
    </dsp:sp>
    <dsp:sp modelId="{5BA03954-9A3C-4077-808D-8BD24DAFE0A7}">
      <dsp:nvSpPr>
        <dsp:cNvPr id="0" name=""/>
        <dsp:cNvSpPr/>
      </dsp:nvSpPr>
      <dsp:spPr>
        <a:xfrm>
          <a:off x="0" y="1169536"/>
          <a:ext cx="6002110" cy="31941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Complete development lifecycle demonstration</a:t>
          </a:r>
        </a:p>
      </dsp:txBody>
      <dsp:txXfrm>
        <a:off x="15592" y="1185128"/>
        <a:ext cx="5970926" cy="288226"/>
      </dsp:txXfrm>
    </dsp:sp>
    <dsp:sp modelId="{E518B2F9-8EE5-401C-A788-42EF058A2BA8}">
      <dsp:nvSpPr>
        <dsp:cNvPr id="0" name=""/>
        <dsp:cNvSpPr/>
      </dsp:nvSpPr>
      <dsp:spPr>
        <a:xfrm>
          <a:off x="0" y="1526386"/>
          <a:ext cx="6002110" cy="319410"/>
        </a:xfrm>
        <a:prstGeom prst="roundRect">
          <a:avLst/>
        </a:prstGeom>
        <a:solidFill>
          <a:schemeClr val="accent5">
            <a:hueOff val="-5400955"/>
            <a:satOff val="-367"/>
            <a:lumOff val="8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Good foundation for portfolio projects</a:t>
          </a:r>
        </a:p>
      </dsp:txBody>
      <dsp:txXfrm>
        <a:off x="15592" y="1541978"/>
        <a:ext cx="5970926" cy="288226"/>
      </dsp:txXfrm>
    </dsp:sp>
    <dsp:sp modelId="{E9C29010-6945-4B33-B8EE-A1547FC54D8C}">
      <dsp:nvSpPr>
        <dsp:cNvPr id="0" name=""/>
        <dsp:cNvSpPr/>
      </dsp:nvSpPr>
      <dsp:spPr>
        <a:xfrm>
          <a:off x="0" y="1883236"/>
          <a:ext cx="6002110" cy="319410"/>
        </a:xfrm>
        <a:prstGeom prst="roundRect">
          <a:avLst/>
        </a:prstGeom>
        <a:solidFill>
          <a:schemeClr val="accent5">
            <a:hueOff val="-6751195"/>
            <a:satOff val="-459"/>
            <a:lumOff val="108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Business Value</a:t>
          </a:r>
          <a:endParaRPr lang="en-US" sz="1300" kern="1200"/>
        </a:p>
      </dsp:txBody>
      <dsp:txXfrm>
        <a:off x="15592" y="1898828"/>
        <a:ext cx="5970926" cy="288226"/>
      </dsp:txXfrm>
    </dsp:sp>
    <dsp:sp modelId="{6C8A8500-B558-4418-855A-DD124B960F0B}">
      <dsp:nvSpPr>
        <dsp:cNvPr id="0" name=""/>
        <dsp:cNvSpPr/>
      </dsp:nvSpPr>
      <dsp:spPr>
        <a:xfrm>
          <a:off x="0" y="2240086"/>
          <a:ext cx="6002110" cy="31941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Modular design for easy customization</a:t>
          </a:r>
        </a:p>
      </dsp:txBody>
      <dsp:txXfrm>
        <a:off x="15592" y="2255678"/>
        <a:ext cx="5970926" cy="288226"/>
      </dsp:txXfrm>
    </dsp:sp>
    <dsp:sp modelId="{B8FB8B60-4FAB-4C77-B5D7-FF2A05A6B358}">
      <dsp:nvSpPr>
        <dsp:cNvPr id="0" name=""/>
        <dsp:cNvSpPr/>
      </dsp:nvSpPr>
      <dsp:spPr>
        <a:xfrm>
          <a:off x="0" y="2596937"/>
          <a:ext cx="6002110" cy="319410"/>
        </a:xfrm>
        <a:prstGeom prst="roundRect">
          <a:avLst/>
        </a:prstGeom>
        <a:solidFill>
          <a:schemeClr val="accent5">
            <a:hueOff val="-9451672"/>
            <a:satOff val="-642"/>
            <a:lumOff val="15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Scalable architecture</a:t>
          </a:r>
        </a:p>
      </dsp:txBody>
      <dsp:txXfrm>
        <a:off x="15592" y="2612529"/>
        <a:ext cx="5970926" cy="288226"/>
      </dsp:txXfrm>
    </dsp:sp>
    <dsp:sp modelId="{B75F77EB-4AD7-426D-A0EC-E7A1EFF33BCA}">
      <dsp:nvSpPr>
        <dsp:cNvPr id="0" name=""/>
        <dsp:cNvSpPr/>
      </dsp:nvSpPr>
      <dsp:spPr>
        <a:xfrm>
          <a:off x="0" y="2953787"/>
          <a:ext cx="6002110" cy="319410"/>
        </a:xfrm>
        <a:prstGeom prst="roundRect">
          <a:avLst/>
        </a:prstGeom>
        <a:solidFill>
          <a:schemeClr val="accent5">
            <a:hueOff val="-10801911"/>
            <a:satOff val="-734"/>
            <a:lumOff val="17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Feature-rich for MVP development</a:t>
          </a:r>
        </a:p>
      </dsp:txBody>
      <dsp:txXfrm>
        <a:off x="15592" y="2969379"/>
        <a:ext cx="5970926" cy="288226"/>
      </dsp:txXfrm>
    </dsp:sp>
    <dsp:sp modelId="{C3085AAE-D24F-403A-8F09-57C31AC6708F}">
      <dsp:nvSpPr>
        <dsp:cNvPr id="0" name=""/>
        <dsp:cNvSpPr/>
      </dsp:nvSpPr>
      <dsp:spPr>
        <a:xfrm>
          <a:off x="0" y="3310637"/>
          <a:ext cx="6002110" cy="31941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Well-documented setup process</a:t>
          </a:r>
        </a:p>
      </dsp:txBody>
      <dsp:txXfrm>
        <a:off x="15592" y="3326229"/>
        <a:ext cx="5970926" cy="288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node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0BDA4-B1D1-641E-D0C1-8C6FB7CDD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0E8C0-5A1B-0FFD-C8B6-B2778E063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0A038-33AD-60C3-6296-6EB44EDB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67A27-09E5-2525-BEA4-00F5D77A5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81A2F-9300-FC0E-5F52-7F7E8FD8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66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6BAD1-BE1C-50AB-6920-BB669425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8D7FB-57E1-2FF1-1C31-14A343837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E17D0-7711-5ECD-8DA2-87F7064DD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40E3C-862B-7358-8E75-C822A6E7C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61942-144C-D206-9E57-548FA9A8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93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5B16-30B3-C815-F7FF-17CB35C25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6DE09-4A5A-D1B3-C7EC-CD31B0F77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53B8A-053A-2FD1-2CFC-395058ED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622E8-7B2D-D1C0-5532-D4BA673F1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20689-CF9B-8560-6B2C-4D0D0D4F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1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40B47-0060-3CCC-29F9-2B0C1D7B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13768-7667-5E05-7571-749D46E04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D3FC1-8745-07CD-B4C2-B88822D3C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95D1C-5E02-FF78-93C1-9C882686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93143-3BBD-CC1A-76EA-3B910BE01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02EE0-129F-3179-6A33-7384E4CE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32F7-2DF8-DE20-86F4-21E95914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F2236-A26C-702B-42E1-05184C18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E084A-E583-CA18-91E2-949B164C2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5687D-62F6-52A0-1E48-BDA76C7B3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EAB4FD-BB5D-E8F3-024E-B1AA9FD72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C0844-E5E7-9076-CCDD-38E5FF391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3CDE3-4251-8A66-F560-F9B57497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E4DA65-7C2D-7CE7-D77D-E9483832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E91A-FFF6-51D6-536E-A2179CED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58B0A-7C34-0BB5-1132-A61A5FC7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17942-4620-0DFC-9F6E-0A8562A57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E328F-D221-1656-F55A-CB2C74AB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6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9E7B21-04B7-2AF3-8603-3791B87D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66002-8EE4-0A6E-C51E-1E09059D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5BBD2-3378-E839-3993-F53C8124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83E18-A758-4A95-E0B8-CF0C886A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8A44-6F6F-B9CC-1495-E9DB83DE0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3A02C-E7C6-E6BC-8426-3F3EC25BE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E7D9C-D520-6B0F-7C23-377F5B92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3653E-78EF-2D97-374B-F4C75E0B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7C823-1E17-6507-5DB7-42284BA6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5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34D-EB4A-93C3-5A86-9B95BE53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1DD049-19C8-8A6F-4EBB-A8A94A5B1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FC86E-5D1F-FF7E-E68A-2649257CC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655C0-68DA-F1E6-7AF2-A07FA61F2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E185C-C465-18B7-0DA6-A6500243E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FD253-DECB-7D36-1256-512E7825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7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442A-F7F2-5DF7-88DE-C583A3E5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A0646-7BB5-B175-2212-CF6EDEA7C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F4056-26D8-979B-BB70-82445FA2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D1940-2781-9BA5-BD24-29BF3E0C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37870-B736-1252-C09E-CA23FFB3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6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3C0167-B313-93A3-93D3-9AB758E1AF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3ADE9-2110-86BA-758D-672B9342C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95210-7680-739E-1E86-EB9BAEA0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3EB62-CA3F-2287-C4EE-8384851B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31702-5B00-5041-1C0F-6AE31FC6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0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0EAEA-FFC0-0C28-04D9-1C8ADBE5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E148B-247B-3BD0-B33A-94AEABF91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55931-9139-F535-6EAF-62DA64B61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18485-AEE5-4F95-B3D9-5033EF790E0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A0684-B789-ACE6-9D0F-1BBF1DCDF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D2043-F203-F50C-3992-A9D5F869D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07806-E23C-4F2F-B2A8-23410186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5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mohamedtarekfayez005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gled view of a shopping cart in yellow and pink background">
            <a:extLst>
              <a:ext uri="{FF2B5EF4-FFF2-40B4-BE49-F238E27FC236}">
                <a16:creationId xmlns:a16="http://schemas.microsoft.com/office/drawing/2014/main" id="{BD58BCE7-79D9-B058-E5DF-95B7AF1E23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021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7E2F79-AB41-B91D-865D-014DDF2F4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Shopping Cart E-Commerce System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83DED-5AC7-432A-4FC4-17DDEC67D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A Java Web Application Project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i="1" dirty="0">
                <a:solidFill>
                  <a:srgbClr val="FFFFFF"/>
                </a:solidFill>
              </a:rPr>
              <a:t>Presented by:  Mohamed Tarek Fayez 231004433</a:t>
            </a:r>
          </a:p>
          <a:p>
            <a:r>
              <a:rPr lang="en-US" i="1" dirty="0">
                <a:solidFill>
                  <a:srgbClr val="FFFFFF"/>
                </a:solidFill>
              </a:rPr>
              <a:t>Youssef  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133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3E7E57-6AC2-D5C3-BD3A-D64811A802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3071" b="266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aphicFrame>
        <p:nvGraphicFramePr>
          <p:cNvPr id="6" name="Title 1">
            <a:extLst>
              <a:ext uri="{FF2B5EF4-FFF2-40B4-BE49-F238E27FC236}">
                <a16:creationId xmlns:a16="http://schemas.microsoft.com/office/drawing/2014/main" id="{862A7A1B-84EB-7C0A-0318-0BF2B97F38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9247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0068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A43B37-DEDD-6392-D262-EAE9193016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DE61BA-304E-EC2C-5C49-D655A956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Project Overview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760B8A9-74F6-FF44-B240-EB0569C38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88577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1128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44D28-DFA3-6912-102F-54209ADD2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/>
              <a:t>Technology Stack</a:t>
            </a:r>
            <a:br>
              <a:rPr lang="en-US" sz="4000" b="1"/>
            </a:br>
            <a:endParaRPr lang="en-US" sz="400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5650BB-6837-72AC-45E3-F2504FB59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" y="1310640"/>
            <a:ext cx="5347747" cy="5045709"/>
          </a:xfrm>
        </p:spPr>
        <p:txBody>
          <a:bodyPr anchor="ctr">
            <a:normAutofit/>
          </a:bodyPr>
          <a:lstStyle/>
          <a:p>
            <a:r>
              <a:rPr lang="en-US" sz="1600" b="1" dirty="0"/>
              <a:t>Front-End Layer</a:t>
            </a:r>
          </a:p>
          <a:p>
            <a:r>
              <a:rPr lang="en-US" sz="1600" dirty="0"/>
              <a:t>HTML5, CSS3, JavaScript</a:t>
            </a:r>
          </a:p>
          <a:p>
            <a:r>
              <a:rPr lang="en-US" sz="1600" dirty="0"/>
              <a:t>Bootstrap Framework</a:t>
            </a:r>
          </a:p>
          <a:p>
            <a:r>
              <a:rPr lang="en-US" sz="1600" dirty="0"/>
              <a:t>JSP (Java Server Pages)</a:t>
            </a:r>
          </a:p>
          <a:p>
            <a:r>
              <a:rPr lang="en-US" sz="1600" b="1" dirty="0"/>
              <a:t>Back-End Layer</a:t>
            </a:r>
          </a:p>
          <a:p>
            <a:r>
              <a:rPr lang="en-US" sz="1600" dirty="0"/>
              <a:t>Java (JDK 8+)</a:t>
            </a:r>
          </a:p>
          <a:p>
            <a:r>
              <a:rPr lang="en-US" sz="1600" dirty="0"/>
              <a:t>Servlets</a:t>
            </a:r>
          </a:p>
          <a:p>
            <a:r>
              <a:rPr lang="en-US" sz="1600" dirty="0"/>
              <a:t>JDBC (Java Database Connectivity)</a:t>
            </a:r>
          </a:p>
          <a:p>
            <a:r>
              <a:rPr lang="en-US" sz="1600" b="1" dirty="0"/>
              <a:t>Database &amp; Tools</a:t>
            </a:r>
          </a:p>
          <a:p>
            <a:r>
              <a:rPr lang="en-US" sz="1600" dirty="0"/>
              <a:t>MySQL Database</a:t>
            </a:r>
          </a:p>
          <a:p>
            <a:r>
              <a:rPr lang="en-US" sz="1600" dirty="0"/>
              <a:t>Apache Tomcat v8.0+</a:t>
            </a:r>
          </a:p>
          <a:p>
            <a:r>
              <a:rPr lang="en-US" sz="1600" dirty="0"/>
              <a:t>Apache Maven</a:t>
            </a:r>
          </a:p>
          <a:p>
            <a:r>
              <a:rPr lang="en-US" sz="1600" dirty="0"/>
              <a:t>Eclipse Enterprise Edition</a:t>
            </a:r>
          </a:p>
          <a:p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74A1D6-37D2-000D-C42A-D58AF14E3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62" r="3898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7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4F89F-F498-6EF8-0216-95520AE7C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85800"/>
            <a:ext cx="10506456" cy="1157005"/>
          </a:xfrm>
        </p:spPr>
        <p:txBody>
          <a:bodyPr anchor="b">
            <a:normAutofit/>
          </a:bodyPr>
          <a:lstStyle/>
          <a:p>
            <a:r>
              <a:rPr lang="en-US" sz="3700" b="1"/>
              <a:t>Key Features - User Perspective</a:t>
            </a:r>
            <a:br>
              <a:rPr lang="en-US" sz="3700" b="1"/>
            </a:br>
            <a:endParaRPr lang="en-US" sz="37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AB67EE-5469-81CC-5D98-E3F58293AC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1003287"/>
              </p:ext>
            </p:extLst>
          </p:nvPr>
        </p:nvGraphicFramePr>
        <p:xfrm>
          <a:off x="838200" y="2295252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9832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A2F2F-4C90-4206-A9AE-C8D3606D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85800"/>
            <a:ext cx="10506456" cy="1157005"/>
          </a:xfrm>
        </p:spPr>
        <p:txBody>
          <a:bodyPr anchor="b">
            <a:normAutofit/>
          </a:bodyPr>
          <a:lstStyle/>
          <a:p>
            <a:r>
              <a:rPr lang="en-US" sz="3700" b="1"/>
              <a:t>Key Features - Admin Perspective</a:t>
            </a:r>
            <a:br>
              <a:rPr lang="en-US" sz="3700" b="1"/>
            </a:br>
            <a:endParaRPr lang="en-US" sz="3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793AEA0-619A-6C9B-4806-93FCAA0FE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845836"/>
              </p:ext>
            </p:extLst>
          </p:nvPr>
        </p:nvGraphicFramePr>
        <p:xfrm>
          <a:off x="838200" y="2295252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8566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05E6BB-214D-70FA-B4F2-BD0471E19D0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537" b="204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4E0ED-A099-72D3-8B0B-7E1166521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Email Notification System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25ED4B-5F91-DFE2-07C3-6A3E53EA9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4208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2172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19B8D-FA08-83C2-1951-DC3EE237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  <a:b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diagram of a computer program">
            <a:extLst>
              <a:ext uri="{FF2B5EF4-FFF2-40B4-BE49-F238E27FC236}">
                <a16:creationId xmlns:a16="http://schemas.microsoft.com/office/drawing/2014/main" id="{CC47F11E-4753-418A-3764-3063C3B8A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115" y="643466"/>
            <a:ext cx="407910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6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BF887F-1B24-6AD3-6BA5-1354C2E7D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39909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567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660E2-AE8B-48F0-4F7D-7768E9B5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Database Design</a:t>
            </a:r>
            <a:br>
              <a:rPr lang="en-US" sz="2800" b="1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A4EDBB-041D-8362-5CE9-45245CF6E5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82497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9842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7F8AD-90F6-734A-B170-14C62863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Project Setup &amp; Installation</a:t>
            </a:r>
            <a:br>
              <a:rPr lang="en-US" sz="2800" b="1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1D1A2A-D2EF-E71D-57E3-B8014C57B0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670704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4037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pouring tea">
            <a:extLst>
              <a:ext uri="{FF2B5EF4-FFF2-40B4-BE49-F238E27FC236}">
                <a16:creationId xmlns:a16="http://schemas.microsoft.com/office/drawing/2014/main" id="{DFF907C9-25FD-2C9E-1191-1A588557D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9"/>
          <a:stretch>
            <a:fillRect/>
          </a:stretch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9B9DC-6433-EDA0-BB9D-76266B9D6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650" y="3962400"/>
            <a:ext cx="5505814" cy="16904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 Structure</a:t>
            </a:r>
            <a:b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0CE6A-648E-10D5-0D2C-4C1CA3814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3650" y="5709565"/>
            <a:ext cx="5395975" cy="64678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08C424F-1526-C45D-56A1-0621E1406D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00" b="-5"/>
          <a:stretch>
            <a:fillRect/>
          </a:stretch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6346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DC409C9-C7B1-4F0F-25D0-B406F67D0FD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279" b="4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7B97A-A42C-BD63-15EA-207998F6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Security Features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F2303B-2E0D-53E9-B914-832056C2FC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6434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12909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49C0C3-8871-FAB9-7864-DEA46AD14A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953" b="3679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7C220-CAB8-6112-FC7F-CDE7B501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Demonstration Screenshots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6C6482-6576-63A6-A3A1-C6F4D0C068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10605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440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4FD680-AFEB-19DE-7DB5-ACA8504A5AD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420" b="33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3BAF-02E4-093E-9734-C98A3309D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Learning Outcomes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4F75B38D-134A-0005-1C88-4D25B15172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6674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4681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E78C33-3CE2-5191-865F-2D99A76BE71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C762F-7E19-F4E0-2BA6-648D8FA29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Future Enhancements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46693B-48D0-1BCC-E17A-3C56F0E326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28799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7623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84259B-BF58-6364-0C74-E19E0E9CAA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211" b="351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E33489-B7E3-2A40-F695-3586B244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Slide 16: Default Credentials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BE1417-37DF-216B-B2D0-47BE45A18A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6448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9165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233013-50BE-CD2B-6834-9466C45FFF7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E9D96-D60F-2897-41CE-90433CD1B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Troubleshooting Common Issues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D513E4-6426-3259-4C3A-A7DB29EDE7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4325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20740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70D7E-7A15-D513-33FA-EE276F405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 b="1"/>
              <a:t>Project Value Proposition</a:t>
            </a:r>
            <a:br>
              <a:rPr lang="en-US" sz="4000" b="1"/>
            </a:b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4BC865-A687-EBFB-68B0-7EBC71CEB0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19" r="24970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95092C-44FA-3D06-AF8F-87126E874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062340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9467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76B3B-B3AF-66EA-C59D-D193D420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 b="1"/>
              <a:t>Q&amp;A Session</a:t>
            </a:r>
            <a:br>
              <a:rPr lang="en-US" sz="3200" b="1"/>
            </a:br>
            <a:endParaRPr lang="en-US" sz="3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8F795-3B61-E031-0729-E0F3BC9C2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1500" b="1" dirty="0"/>
              <a:t>Thank You!</a:t>
            </a:r>
            <a:endParaRPr lang="en-US" sz="1500" dirty="0"/>
          </a:p>
          <a:p>
            <a:r>
              <a:rPr lang="en-US" sz="1500" b="1" dirty="0"/>
              <a:t>Contact Information</a:t>
            </a:r>
            <a:r>
              <a:rPr lang="en-US" sz="1500" dirty="0"/>
              <a:t>:</a:t>
            </a:r>
          </a:p>
          <a:p>
            <a:r>
              <a:rPr lang="en-US" sz="1500" dirty="0"/>
              <a:t>Project leader </a:t>
            </a:r>
            <a:r>
              <a:rPr lang="en-US" sz="1500" dirty="0" err="1"/>
              <a:t>eng:Mohamed</a:t>
            </a:r>
            <a:r>
              <a:rPr lang="en-US" sz="1500" dirty="0"/>
              <a:t> </a:t>
            </a:r>
            <a:r>
              <a:rPr lang="en-US" sz="1500" dirty="0" err="1"/>
              <a:t>Traek</a:t>
            </a:r>
            <a:r>
              <a:rPr lang="en-US" sz="1500" dirty="0"/>
              <a:t> </a:t>
            </a:r>
            <a:r>
              <a:rPr lang="en-US" sz="1500" dirty="0" err="1"/>
              <a:t>Fyez</a:t>
            </a:r>
            <a:endParaRPr lang="en-US" sz="1500" dirty="0"/>
          </a:p>
          <a:p>
            <a:r>
              <a:rPr lang="en-US" sz="1500" dirty="0" err="1"/>
              <a:t>Comtact</a:t>
            </a:r>
            <a:r>
              <a:rPr lang="en-US" sz="1500" dirty="0"/>
              <a:t> details :+201003950709</a:t>
            </a:r>
          </a:p>
          <a:p>
            <a:r>
              <a:rPr lang="en-US" sz="1500" dirty="0"/>
              <a:t>Mail : </a:t>
            </a:r>
          </a:p>
          <a:p>
            <a:endParaRPr lang="en-US" sz="15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7B2427-FA62-EB2F-0F17-42077E7B0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932945"/>
              </p:ext>
            </p:extLst>
          </p:nvPr>
        </p:nvGraphicFramePr>
        <p:xfrm>
          <a:off x="2582647" y="4048506"/>
          <a:ext cx="7115097" cy="854964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7115097">
                  <a:extLst>
                    <a:ext uri="{9D8B030D-6E8A-4147-A177-3AD203B41FA5}">
                      <a16:colId xmlns:a16="http://schemas.microsoft.com/office/drawing/2014/main" val="3939321192"/>
                    </a:ext>
                  </a:extLst>
                </a:gridCol>
              </a:tblGrid>
              <a:tr h="8549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sng" strike="noStrike" cap="none" spc="0">
                          <a:solidFill>
                            <a:schemeClr val="tx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mohamedtarekfayez005@gmail.com</a:t>
                      </a:r>
                      <a:endParaRPr lang="en-US" sz="3300" b="0" i="0" u="sng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955" marR="20955" marT="25146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067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565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98A7E9194B3E4C8A9421B11433808A" ma:contentTypeVersion="4" ma:contentTypeDescription="Create a new document." ma:contentTypeScope="" ma:versionID="16bf28e73f7d6b07c02286a59bcb4b22">
  <xsd:schema xmlns:xsd="http://www.w3.org/2001/XMLSchema" xmlns:xs="http://www.w3.org/2001/XMLSchema" xmlns:p="http://schemas.microsoft.com/office/2006/metadata/properties" xmlns:ns3="ea9e0d8b-135c-419f-835a-1100c6ba3883" targetNamespace="http://schemas.microsoft.com/office/2006/metadata/properties" ma:root="true" ma:fieldsID="886e1b6e999a8c5c98c0d123dde94fd7" ns3:_="">
    <xsd:import namespace="ea9e0d8b-135c-419f-835a-1100c6ba388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9e0d8b-135c-419f-835a-1100c6ba38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A789F4-FC7D-4D8B-B88A-F3E6C24FBA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9e0d8b-135c-419f-835a-1100c6ba38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F4E2613-9449-49E9-BE27-8114A95D1E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876CC-82D0-4B4B-B528-6CF97EE8125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ea9e0d8b-135c-419f-835a-1100c6ba388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909</Words>
  <Application>Microsoft Office PowerPoint</Application>
  <PresentationFormat>Widescreen</PresentationFormat>
  <Paragraphs>193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Calibri</vt:lpstr>
      <vt:lpstr>Office Theme</vt:lpstr>
      <vt:lpstr>Shopping Cart E-Commerce System </vt:lpstr>
      <vt:lpstr>PowerPoint Presentation</vt:lpstr>
      <vt:lpstr>Project Overview </vt:lpstr>
      <vt:lpstr>Technology Stack </vt:lpstr>
      <vt:lpstr>Key Features - User Perspective </vt:lpstr>
      <vt:lpstr>Key Features - Admin Perspective </vt:lpstr>
      <vt:lpstr>Email Notification System </vt:lpstr>
      <vt:lpstr>System Architecture </vt:lpstr>
      <vt:lpstr>PowerPoint Presentation</vt:lpstr>
      <vt:lpstr>Database Design </vt:lpstr>
      <vt:lpstr>Project Setup &amp; Installation </vt:lpstr>
      <vt:lpstr>Code Structure </vt:lpstr>
      <vt:lpstr>Security Features </vt:lpstr>
      <vt:lpstr>Demonstration Screenshots </vt:lpstr>
      <vt:lpstr>Learning Outcomes </vt:lpstr>
      <vt:lpstr>Future Enhancements </vt:lpstr>
      <vt:lpstr>Slide 16: Default Credentials </vt:lpstr>
      <vt:lpstr>Troubleshooting Common Issues </vt:lpstr>
      <vt:lpstr>Project Value Proposition </vt:lpstr>
      <vt:lpstr>Q&amp;A Session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Mohamed</dc:creator>
  <cp:lastModifiedBy>Mohamed Mohamed</cp:lastModifiedBy>
  <cp:revision>1</cp:revision>
  <dcterms:created xsi:type="dcterms:W3CDTF">2025-12-12T12:09:48Z</dcterms:created>
  <dcterms:modified xsi:type="dcterms:W3CDTF">2025-12-12T12:28:06Z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0x0101005E98A7E9194B3E4C8A9421B11433808A</vt:lpwstr>
  </property>
</Properties>
</file>